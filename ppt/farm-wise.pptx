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cc22ea04724dff" /><Relationship Type="http://schemas.openxmlformats.org/officeDocument/2006/relationships/extended-properties" Target="/docProps/app.xml" Id="Reba4e2f1a2c54db7" /><Relationship Type="http://schemas.openxmlformats.org/officeDocument/2006/relationships/officeDocument" Target="/ppt/presentation.xml" Id="Rdac84699055d4cd1" /></Relationships>
</file>

<file path=ppt/presentation.xml><?xml version="1.0" encoding="utf-8"?>
<p:presentation xmlns:p="http://schemas.openxmlformats.org/presentationml/2006/main">
  <p:sldMasterIdLst>
    <p:sldMasterId xmlns:r="http://schemas.openxmlformats.org/officeDocument/2006/relationships" id="2147483648" r:id="Rf4f6ea582546463c"/>
  </p:sldMasterIdLst>
  <p:notesMasterIdLst>
    <p:notesMasterId xmlns:r="http://schemas.openxmlformats.org/officeDocument/2006/relationships" r:id="R29f3f8fef19048fa"/>
  </p:notesMasterIdLst>
  <p:sldIdLst>
    <p:sldId xmlns:r="http://schemas.openxmlformats.org/officeDocument/2006/relationships" id="256" r:id="R751991a26f6f4b9d"/>
    <p:sldId xmlns:r="http://schemas.openxmlformats.org/officeDocument/2006/relationships" id="257" r:id="Raf9a6ba39dda49c0"/>
    <p:sldId xmlns:r="http://schemas.openxmlformats.org/officeDocument/2006/relationships" id="258" r:id="R7f78c2b0284248c4"/>
    <p:sldId xmlns:r="http://schemas.openxmlformats.org/officeDocument/2006/relationships" id="259" r:id="R67a548e5a73b4f3d"/>
    <p:sldId xmlns:r="http://schemas.openxmlformats.org/officeDocument/2006/relationships" id="260" r:id="Rc99cf84d2d19475f"/>
    <p:sldId xmlns:r="http://schemas.openxmlformats.org/officeDocument/2006/relationships" id="261" r:id="Re05f5f79283c4c3c"/>
    <p:sldId xmlns:r="http://schemas.openxmlformats.org/officeDocument/2006/relationships" id="262" r:id="R5e971d8c39db4943"/>
    <p:sldId xmlns:r="http://schemas.openxmlformats.org/officeDocument/2006/relationships" id="263" r:id="Ra3cce0005e4e4b79"/>
    <p:sldId xmlns:r="http://schemas.openxmlformats.org/officeDocument/2006/relationships" id="264" r:id="R8200ec6f3ab24095"/>
    <p:sldId xmlns:r="http://schemas.openxmlformats.org/officeDocument/2006/relationships" id="265" r:id="Re97ba824f5964034"/>
  </p:sldIdLst>
  <p:sldSz cx="14630400" cy="822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2d5d4e438064880" /><Relationship Type="http://schemas.openxmlformats.org/officeDocument/2006/relationships/slideMaster" Target="/ppt/slideMasters/slideMaster1.xml" Id="Rf4f6ea582546463c" /><Relationship Type="http://schemas.openxmlformats.org/officeDocument/2006/relationships/notesMaster" Target="/ppt/notesMasters/notesMaster1.xml" Id="R29f3f8fef19048fa" /><Relationship Type="http://schemas.openxmlformats.org/officeDocument/2006/relationships/presProps" Target="/ppt/presProps.xml" Id="R8e4b888e948a427f" /><Relationship Type="http://schemas.openxmlformats.org/officeDocument/2006/relationships/viewProps" Target="/ppt/viewProps.xml" Id="Re1145156ae5948bf" /><Relationship Type="http://schemas.openxmlformats.org/officeDocument/2006/relationships/tableStyles" Target="/ppt/tableStyles.xml" Id="R6f13c521f2fe42d6" /><Relationship Type="http://schemas.openxmlformats.org/officeDocument/2006/relationships/slide" Target="/ppt/slides/slide1.xml" Id="R751991a26f6f4b9d" /><Relationship Type="http://schemas.openxmlformats.org/officeDocument/2006/relationships/slide" Target="/ppt/slides/slide2.xml" Id="Raf9a6ba39dda49c0" /><Relationship Type="http://schemas.openxmlformats.org/officeDocument/2006/relationships/slide" Target="/ppt/slides/slide3.xml" Id="R7f78c2b0284248c4" /><Relationship Type="http://schemas.openxmlformats.org/officeDocument/2006/relationships/slide" Target="/ppt/slides/slide4.xml" Id="R67a548e5a73b4f3d" /><Relationship Type="http://schemas.openxmlformats.org/officeDocument/2006/relationships/slide" Target="/ppt/slides/slide5.xml" Id="Rc99cf84d2d19475f" /><Relationship Type="http://schemas.openxmlformats.org/officeDocument/2006/relationships/slide" Target="/ppt/slides/slide6.xml" Id="Re05f5f79283c4c3c" /><Relationship Type="http://schemas.openxmlformats.org/officeDocument/2006/relationships/slide" Target="/ppt/slides/slide7.xml" Id="R5e971d8c39db4943" /><Relationship Type="http://schemas.openxmlformats.org/officeDocument/2006/relationships/slide" Target="/ppt/slides/slide8.xml" Id="Ra3cce0005e4e4b79" /><Relationship Type="http://schemas.openxmlformats.org/officeDocument/2006/relationships/slide" Target="/ppt/slides/slide9.xml" Id="R8200ec6f3ab24095" /><Relationship Type="http://schemas.openxmlformats.org/officeDocument/2006/relationships/slide" Target="/ppt/slides/slide10.xml" Id="Re97ba824f59640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d913ed09b04a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25897e22a74a96" /><Relationship Type="http://schemas.openxmlformats.org/officeDocument/2006/relationships/notesMaster" Target="/ppt/notesMasters/notesMaster1.xml" Id="R4ba7372a02b34e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b486c19c7343ed" /><Relationship Type="http://schemas.openxmlformats.org/officeDocument/2006/relationships/notesMaster" Target="/ppt/notesMasters/notesMaster1.xml" Id="R2e08d0c2000d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bb0e6f6b264a50" /><Relationship Type="http://schemas.openxmlformats.org/officeDocument/2006/relationships/notesMaster" Target="/ppt/notesMasters/notesMaster1.xml" Id="R0e27ee8e5cb44b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6505d622864c61" /><Relationship Type="http://schemas.openxmlformats.org/officeDocument/2006/relationships/notesMaster" Target="/ppt/notesMasters/notesMaster1.xml" Id="Rb8a4371a9e0b47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77ace76c2a4423" /><Relationship Type="http://schemas.openxmlformats.org/officeDocument/2006/relationships/notesMaster" Target="/ppt/notesMasters/notesMaster1.xml" Id="R4d55504b156940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a8ac16e6484b20" /><Relationship Type="http://schemas.openxmlformats.org/officeDocument/2006/relationships/notesMaster" Target="/ppt/notesMasters/notesMaster1.xml" Id="R50bbbe93aabf4f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813104d78d43e9" /><Relationship Type="http://schemas.openxmlformats.org/officeDocument/2006/relationships/notesMaster" Target="/ppt/notesMasters/notesMaster1.xml" Id="Rd4c5b143cec6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d84d3fa9ec43b5" /><Relationship Type="http://schemas.openxmlformats.org/officeDocument/2006/relationships/notesMaster" Target="/ppt/notesMasters/notesMaster1.xml" Id="Rb903e9f0db3542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89239add2649be" /><Relationship Type="http://schemas.openxmlformats.org/officeDocument/2006/relationships/notesMaster" Target="/ppt/notesMasters/notesMaster1.xml" Id="R7f9a5ffe0b874d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36c6daa94b469a" /><Relationship Type="http://schemas.openxmlformats.org/officeDocument/2006/relationships/notesMaster" Target="/ppt/notesMasters/notesMaster1.xml" Id="R89b9b215f9944f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990b41b62442c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b2296446e74e7f" /><Relationship Type="http://schemas.openxmlformats.org/officeDocument/2006/relationships/slideLayout" Target="/ppt/slideLayouts/slideLayout1.xml" Id="Rb1fb54dcf4e74ae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fb54dcf4e74ae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0068bfd04e44d0" /><Relationship Type="http://schemas.openxmlformats.org/officeDocument/2006/relationships/image" Target="/ppt/media/image.png" Id="R9133058cee684783" /><Relationship Type="http://schemas.openxmlformats.org/officeDocument/2006/relationships/image" Target="/ppt/media/image2.png" Id="R2697e08000da48ef" /><Relationship Type="http://schemas.openxmlformats.org/officeDocument/2006/relationships/image" Target="/ppt/media/image3.png" Id="Rf5a55f62a0194bb6" /><Relationship Type="http://schemas.openxmlformats.org/officeDocument/2006/relationships/notesSlide" Target="/ppt/notesSlides/notesSlide1.xml" Id="Rd876463f44b54f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5f362995e148c9" /><Relationship Type="http://schemas.openxmlformats.org/officeDocument/2006/relationships/image" Target="/ppt/media/image.png" Id="R971369b3c76e418a" /><Relationship Type="http://schemas.openxmlformats.org/officeDocument/2006/relationships/notesSlide" Target="/ppt/notesSlides/notesSlide2.xml" Id="R093aca9cd9df41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f2364814d94454" /><Relationship Type="http://schemas.openxmlformats.org/officeDocument/2006/relationships/image" Target="/ppt/media/image.png" Id="R30f61ff0385d4487" /><Relationship Type="http://schemas.openxmlformats.org/officeDocument/2006/relationships/image" Target="/ppt/media/image4.png" Id="R1356611b69ef42f1" /><Relationship Type="http://schemas.openxmlformats.org/officeDocument/2006/relationships/image" Target="/ppt/media/image5.png" Id="R2ad1192058af4370" /><Relationship Type="http://schemas.openxmlformats.org/officeDocument/2006/relationships/notesSlide" Target="/ppt/notesSlides/notesSlide3.xml" Id="R3dee314974334c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8ad6108c6546af" /><Relationship Type="http://schemas.openxmlformats.org/officeDocument/2006/relationships/image" Target="/ppt/media/image.png" Id="R58f137e800104b21" /><Relationship Type="http://schemas.openxmlformats.org/officeDocument/2006/relationships/image" Target="/ppt/media/image6.png" Id="R7a2d1cff55db43bb" /><Relationship Type="http://schemas.openxmlformats.org/officeDocument/2006/relationships/image" Target="/ppt/media/image7.png" Id="R112ee9841ecd455a" /><Relationship Type="http://schemas.openxmlformats.org/officeDocument/2006/relationships/notesSlide" Target="/ppt/notesSlides/notesSlide4.xml" Id="R0a38a3cd8c294b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10547ab4b84dd4" /><Relationship Type="http://schemas.openxmlformats.org/officeDocument/2006/relationships/image" Target="/ppt/media/image.png" Id="Rd4114f809bbd454d" /><Relationship Type="http://schemas.openxmlformats.org/officeDocument/2006/relationships/image" Target="/ppt/media/image8.png" Id="R0a358c89a671466a" /><Relationship Type="http://schemas.openxmlformats.org/officeDocument/2006/relationships/image" Target="/ppt/media/image9.png" Id="R060c007d9272447c" /><Relationship Type="http://schemas.openxmlformats.org/officeDocument/2006/relationships/notesSlide" Target="/ppt/notesSlides/notesSlide5.xml" Id="R190d6bae849745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0fad699a804ad2" /><Relationship Type="http://schemas.openxmlformats.org/officeDocument/2006/relationships/image" Target="/ppt/media/image.png" Id="R8376c748eed344ad" /><Relationship Type="http://schemas.openxmlformats.org/officeDocument/2006/relationships/image" Target="/ppt/media/image10.png" Id="Rc41546db59314def" /><Relationship Type="http://schemas.openxmlformats.org/officeDocument/2006/relationships/image" Target="/ppt/media/image11.png" Id="R0cf98117bca04af8" /><Relationship Type="http://schemas.openxmlformats.org/officeDocument/2006/relationships/notesSlide" Target="/ppt/notesSlides/notesSlide6.xml" Id="Rf14a2cea746d44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8d6f0cecb54795" /><Relationship Type="http://schemas.openxmlformats.org/officeDocument/2006/relationships/image" Target="/ppt/media/image.png" Id="R5856e78b1bc3489f" /><Relationship Type="http://schemas.openxmlformats.org/officeDocument/2006/relationships/image" Target="/ppt/media/image12.png" Id="Rd39496708c014dca" /><Relationship Type="http://schemas.openxmlformats.org/officeDocument/2006/relationships/image" Target="/ppt/media/image13.png" Id="Rb16fd1329a4b4b12" /><Relationship Type="http://schemas.openxmlformats.org/officeDocument/2006/relationships/image" Target="/ppt/media/image14.png" Id="Rdf2c2ce384404328" /><Relationship Type="http://schemas.openxmlformats.org/officeDocument/2006/relationships/image" Target="/ppt/media/image15.png" Id="R8541cc9cb4a44294" /><Relationship Type="http://schemas.openxmlformats.org/officeDocument/2006/relationships/image" Target="/ppt/media/image16.png" Id="R007ed49d8d224f5c" /><Relationship Type="http://schemas.openxmlformats.org/officeDocument/2006/relationships/notesSlide" Target="/ppt/notesSlides/notesSlide7.xml" Id="R0bb08e16f38e49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67af22d37e4c6b" /><Relationship Type="http://schemas.openxmlformats.org/officeDocument/2006/relationships/image" Target="/ppt/media/image.png" Id="Rd2880f7c70fb4e7b" /><Relationship Type="http://schemas.openxmlformats.org/officeDocument/2006/relationships/notesSlide" Target="/ppt/notesSlides/notesSlide8.xml" Id="Rb3e1089748b44c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b412e77feb495e" /><Relationship Type="http://schemas.openxmlformats.org/officeDocument/2006/relationships/image" Target="/ppt/media/image.png" Id="R7a290ab10e464822" /><Relationship Type="http://schemas.openxmlformats.org/officeDocument/2006/relationships/image" Target="/ppt/media/image17.png" Id="R3ab4504011e041f4" /><Relationship Type="http://schemas.openxmlformats.org/officeDocument/2006/relationships/image" Target="/ppt/media/image18.png" Id="Rcb88a04f772d40de" /><Relationship Type="http://schemas.openxmlformats.org/officeDocument/2006/relationships/image" Target="/ppt/media/image19.png" Id="Rbab107b68f2541de" /><Relationship Type="http://schemas.openxmlformats.org/officeDocument/2006/relationships/image" Target="/ppt/media/image20.png" Id="Rcbac6fbe455742bd" /><Relationship Type="http://schemas.openxmlformats.org/officeDocument/2006/relationships/notesSlide" Target="/ppt/notesSlides/notesSlide9.xml" Id="R0e23ab1950b842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f247abf390475f" /><Relationship Type="http://schemas.openxmlformats.org/officeDocument/2006/relationships/image" Target="/ppt/media/image.png" Id="R4b77d9a119674830" /><Relationship Type="http://schemas.openxmlformats.org/officeDocument/2006/relationships/image" Target="/ppt/media/image21.png" Id="R2ccbe31361544c01" /><Relationship Type="http://schemas.openxmlformats.org/officeDocument/2006/relationships/image" Target="/ppt/media/image22.png" Id="R8e9b5c36511f43b0" /><Relationship Type="http://schemas.openxmlformats.org/officeDocument/2006/relationships/notesSlide" Target="/ppt/notesSlides/notesSlide10.xml" Id="R86572471b7c1423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9133058cee684783"/>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79CC0D4A-3A66-42FF-937E-44C588ACD738}"/>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2697e08000da48ef"/>
          <a:stretch xmlns:a="http://schemas.openxmlformats.org/drawingml/2006/main">
            <a:fillRect l="0" t="0" r="0" b="0"/>
          </a:stretch>
        </p:blipFill>
        <p:spPr>
          <a:xfrm xmlns:a="http://schemas.openxmlformats.org/drawingml/2006/main">
            <a:off x="0" y="0"/>
            <a:ext cx="5486400" cy="8229600"/>
          </a:xfrm>
          <a:prstGeom xmlns:a="http://schemas.openxmlformats.org/drawingml/2006/main" prst="rect">
            <a:avLst/>
          </a:prstGeom>
        </p:spPr>
      </p:pic>
      <p:pic>
        <p:nvPicPr>
          <p:cNvPr id="14" name="Image 2"/>
          <p:cNvPicPr>
            <a:picLocks xmlns:a="http://schemas.openxmlformats.org/drawingml/2006/main" noChangeAspect="1"/>
          </p:cNvPicPr>
          <p:nvPr/>
        </p:nvPicPr>
        <p:blipFill>
          <a:blip xmlns:r="http://schemas.openxmlformats.org/officeDocument/2006/relationships" xmlns:a="http://schemas.openxmlformats.org/drawingml/2006/main" r:embed="Rf5a55f62a0194bb6"/>
          <a:stretch xmlns:a="http://schemas.openxmlformats.org/drawingml/2006/main">
            <a:fillRect l="0" t="0" r="0" b="0"/>
          </a:stretch>
        </p:blipFill>
        <p:spPr>
          <a:xfrm xmlns:a="http://schemas.openxmlformats.org/drawingml/2006/main">
            <a:off x="308610" y="2353747"/>
            <a:ext cx="4869061" cy="3521988"/>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22CC3188-5F06-44F0-AFF7-1796516D2E4B}"/>
              </a:ext>
            </a:extLst>
          </p:cNvPr>
          <p:cNvSpPr>
            <a:spLocks xmlns:a="http://schemas.openxmlformats.org/drawingml/2006/main" noGrp="1"/>
          </p:cNvSpPr>
          <p:nvPr/>
        </p:nvSpPr>
        <p:spPr>
          <a:xfrm xmlns:a="http://schemas.openxmlformats.org/drawingml/2006/main">
            <a:off x="6350437" y="2028668"/>
            <a:ext cx="7415927" cy="237608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7890"/>
              </a:lnSpc>
              <a:buNone/>
            </a:pPr>
            <a:r>
              <a:rPr sz="6312">
                <a:solidFill>
                  <a:srgbClr val="FFFFFF"/>
                </a:solidFill>
                <a:latin typeface="Unbounded"/>
                <a:ea typeface="Unbounded"/>
                <a:cs typeface="Unbounded"/>
              </a:rPr>
              <a:t>farm-wise</a:t>
            </a:r>
          </a:p>
          <a:p xmlns:a="http://schemas.openxmlformats.org/drawingml/2006/main">
            <a:pPr marL="0" indent="0">
              <a:lnSpc>
                <a:spcPts val="7890"/>
              </a:lnSpc>
              <a:buNone/>
            </a:pPr>
            <a:r>
              <a:rPr sz="6312">
                <a:solidFill>
                  <a:srgbClr val="FFFFFF"/>
                </a:solidFill>
                <a:latin typeface="Unbounded"/>
                <a:ea typeface="Unbounded"/>
                <a:cs typeface="Unbounded"/>
              </a:rPr>
              <a:t>Crop planning</a:t>
            </a:r>
            <a:endParaRPr sz="6312"/>
          </a:p>
        </p:txBody>
      </p:sp>
      <p:sp>
        <p:nvSpPr>
          <p:cNvPr id="7" name="Text 2">
            <a:extLst xmlns:a="http://schemas.openxmlformats.org/drawingml/2006/main">
              <a:ext uri="{FF2B5EF4-FFF2-40B4-BE49-F238E27FC236}">
                <a16:creationId xmlns:a16="http://schemas.microsoft.com/office/drawing/2014/main" id="{C93DCB4C-DB2C-4A6E-AF10-E00F775588D4}"/>
              </a:ext>
            </a:extLst>
          </p:cNvPr>
          <p:cNvSpPr>
            <a:spLocks xmlns:a="http://schemas.openxmlformats.org/drawingml/2006/main" noGrp="1"/>
          </p:cNvSpPr>
          <p:nvPr/>
        </p:nvSpPr>
        <p:spPr>
          <a:xfrm xmlns:a="http://schemas.openxmlformats.org/drawingml/2006/main">
            <a:off x="6350437" y="5012888"/>
            <a:ext cx="7415927" cy="158019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This project aims to develop a comprehensive application that integrates soil analysis, and plant health monitoring to optimize farming practices, ensuring maximum crop yield and sustainability.</a:t>
            </a:r>
            <a:endParaRPr sz="1944"/>
          </a:p>
        </p:txBody>
      </p:sp>
    </p:spTree>
    <p:extLst>
      <p:ext uri="{BB962C8B-B14F-4D97-AF65-F5344CB8AC3E}">
        <p14:creationId xmlns:p14="http://schemas.microsoft.com/office/powerpoint/2010/main" val="9714266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971369b3c76e418a"/>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7DE2D97-4F1A-4D18-A084-144195FBEFD4}"/>
              </a:ext>
            </a:extLst>
          </p:cNvPr>
          <p:cNvSpPr>
            <a:spLocks xmlns:a="http://schemas.openxmlformats.org/drawingml/2006/main" noGrp="1"/>
          </p:cNvSpPr>
          <p:nvPr/>
        </p:nvSpPr>
        <p:spPr>
          <a:xfrm xmlns:a="http://schemas.openxmlformats.org/drawingml/2006/main">
            <a:off x="1" y="0"/>
            <a:ext cx="9036424" cy="8229600"/>
          </a:xfrm>
          <a:prstGeom xmlns:a="http://schemas.openxmlformats.org/drawingml/2006/main" prst="rect">
            <a:avLst/>
          </a:prstGeom>
          <a:solidFill xmlns:a="http://schemas.openxmlformats.org/drawingml/2006/main">
            <a:srgbClr val="112836"/>
          </a:solidFill>
        </p:spPr>
        <p:txBody>
          <a:bodyPr xmlns:a="http://schemas.openxmlformats.org/drawingml/2006/main"/>
          <a:lstStyle xmlns:a="http://schemas.openxmlformats.org/drawingml/2006/main"/>
          <a:p xmlns:a="http://schemas.openxmlformats.org/drawingml/2006/main">
            <a:endParaRPr/>
          </a:p>
        </p:txBody>
      </p:sp>
      <p:sp>
        <p:nvSpPr>
          <p:cNvPr id="4" name="Text 1">
            <a:extLst xmlns:a="http://schemas.openxmlformats.org/drawingml/2006/main">
              <a:ext uri="{FF2B5EF4-FFF2-40B4-BE49-F238E27FC236}">
                <a16:creationId xmlns:a16="http://schemas.microsoft.com/office/drawing/2014/main" id="{8EBCA44F-1A56-4124-9FA4-AD41B1ACF670}"/>
              </a:ext>
            </a:extLst>
          </p:cNvPr>
          <p:cNvSpPr>
            <a:spLocks xmlns:a="http://schemas.openxmlformats.org/drawingml/2006/main" noGrp="1"/>
          </p:cNvSpPr>
          <p:nvPr/>
        </p:nvSpPr>
        <p:spPr>
          <a:xfrm xmlns:a="http://schemas.openxmlformats.org/drawingml/2006/main">
            <a:off x="968693" y="1529208"/>
            <a:ext cx="7524155" cy="72604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5718"/>
              </a:lnSpc>
              <a:buNone/>
            </a:pPr>
            <a:r>
              <a:rPr sz="4574">
                <a:solidFill>
                  <a:srgbClr val="FFFFFF"/>
                </a:solidFill>
                <a:latin typeface="Unbounded"/>
                <a:ea typeface="Unbounded"/>
                <a:cs typeface="Unbounded"/>
              </a:rPr>
              <a:t>Farming Optimization</a:t>
            </a:r>
            <a:endParaRPr sz="4574"/>
          </a:p>
        </p:txBody>
      </p:sp>
      <p:sp>
        <p:nvSpPr>
          <p:cNvPr id="5" name="Text 2">
            <a:extLst xmlns:a="http://schemas.openxmlformats.org/drawingml/2006/main">
              <a:ext uri="{FF2B5EF4-FFF2-40B4-BE49-F238E27FC236}">
                <a16:creationId xmlns:a16="http://schemas.microsoft.com/office/drawing/2014/main" id="{3DA35D9D-2393-439C-ADAC-CA4B33158BD9}"/>
              </a:ext>
            </a:extLst>
          </p:cNvPr>
          <p:cNvSpPr>
            <a:spLocks xmlns:a="http://schemas.openxmlformats.org/drawingml/2006/main" noGrp="1"/>
          </p:cNvSpPr>
          <p:nvPr/>
        </p:nvSpPr>
        <p:spPr>
          <a:xfrm xmlns:a="http://schemas.openxmlformats.org/drawingml/2006/main">
            <a:off x="968693" y="2780424"/>
            <a:ext cx="5722563" cy="3631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nchor="t"/>
          <a:lstStyle xmlns:a="http://schemas.openxmlformats.org/drawingml/2006/main"/>
          <a:p xmlns:a="http://schemas.openxmlformats.org/drawingml/2006/main">
            <a:pPr marL="0" indent="0">
              <a:lnSpc>
                <a:spcPts val="2859"/>
              </a:lnSpc>
              <a:buNone/>
            </a:pPr>
            <a:r>
              <a:rPr sz="2287">
                <a:solidFill>
                  <a:srgbClr val="FFFFFF"/>
                </a:solidFill>
                <a:latin typeface="Unbounded"/>
                <a:ea typeface="Unbounded"/>
                <a:cs typeface="Unbounded"/>
              </a:rPr>
              <a:t>Automated Analysis</a:t>
            </a:r>
            <a:endParaRPr sz="2287"/>
          </a:p>
        </p:txBody>
      </p:sp>
      <p:sp>
        <p:nvSpPr>
          <p:cNvPr id="6" name="Text 3">
            <a:extLst xmlns:a="http://schemas.openxmlformats.org/drawingml/2006/main">
              <a:ext uri="{FF2B5EF4-FFF2-40B4-BE49-F238E27FC236}">
                <a16:creationId xmlns:a16="http://schemas.microsoft.com/office/drawing/2014/main" id="{E09D78D7-1AF7-45B1-9BDB-D0DEBC6415EE}"/>
              </a:ext>
            </a:extLst>
          </p:cNvPr>
          <p:cNvSpPr>
            <a:spLocks xmlns:a="http://schemas.openxmlformats.org/drawingml/2006/main" noGrp="1"/>
          </p:cNvSpPr>
          <p:nvPr/>
        </p:nvSpPr>
        <p:spPr>
          <a:xfrm xmlns:a="http://schemas.openxmlformats.org/drawingml/2006/main">
            <a:off x="961310" y="3184700"/>
            <a:ext cx="6045279" cy="124334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Leverage AI to analyze soil and weather data, providing tailored farming recommendations such as crop rotation, irrigation schedules, and fertilization plans.</a:t>
            </a:r>
            <a:endParaRPr sz="1944"/>
          </a:p>
        </p:txBody>
      </p:sp>
      <p:sp>
        <p:nvSpPr>
          <p:cNvPr id="7" name="Text 4">
            <a:extLst xmlns:a="http://schemas.openxmlformats.org/drawingml/2006/main">
              <a:ext uri="{FF2B5EF4-FFF2-40B4-BE49-F238E27FC236}">
                <a16:creationId xmlns:a16="http://schemas.microsoft.com/office/drawing/2014/main" id="{DA8C0D94-BD00-4EC5-A8CC-66A8B1FB28F1}"/>
              </a:ext>
            </a:extLst>
          </p:cNvPr>
          <p:cNvSpPr>
            <a:spLocks xmlns:a="http://schemas.openxmlformats.org/drawingml/2006/main" noGrp="1"/>
          </p:cNvSpPr>
          <p:nvPr/>
        </p:nvSpPr>
        <p:spPr>
          <a:xfrm xmlns:a="http://schemas.openxmlformats.org/drawingml/2006/main">
            <a:off x="961310" y="4862770"/>
            <a:ext cx="2904530" cy="363141"/>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859"/>
              </a:lnSpc>
              <a:buNone/>
            </a:pPr>
            <a:r>
              <a:rPr sz="2287">
                <a:solidFill>
                  <a:srgbClr val="FFFFFF"/>
                </a:solidFill>
                <a:latin typeface="Unbounded"/>
                <a:ea typeface="Unbounded"/>
                <a:cs typeface="Unbounded"/>
              </a:rPr>
              <a:t>Yield Prediction</a:t>
            </a:r>
            <a:endParaRPr sz="2287"/>
          </a:p>
        </p:txBody>
      </p:sp>
      <p:sp>
        <p:nvSpPr>
          <p:cNvPr id="8" name="Text 5">
            <a:extLst xmlns:a="http://schemas.openxmlformats.org/drawingml/2006/main">
              <a:ext uri="{FF2B5EF4-FFF2-40B4-BE49-F238E27FC236}">
                <a16:creationId xmlns:a16="http://schemas.microsoft.com/office/drawing/2014/main" id="{59F69E09-4AB0-49F3-86E2-ABDDA84DBAC0}"/>
              </a:ext>
            </a:extLst>
          </p:cNvPr>
          <p:cNvSpPr>
            <a:spLocks xmlns:a="http://schemas.openxmlformats.org/drawingml/2006/main" noGrp="1"/>
          </p:cNvSpPr>
          <p:nvPr/>
        </p:nvSpPr>
        <p:spPr>
          <a:xfrm xmlns:a="http://schemas.openxmlformats.org/drawingml/2006/main">
            <a:off x="968693" y="5303264"/>
            <a:ext cx="6045279" cy="79009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Predict crop yields based on soil health, weather conditions, and implemented farming practices.</a:t>
            </a:r>
            <a:endParaRPr sz="1944"/>
          </a:p>
        </p:txBody>
      </p:sp>
    </p:spTree>
    <p:extLst>
      <p:ext uri="{BB962C8B-B14F-4D97-AF65-F5344CB8AC3E}">
        <p14:creationId xmlns:p14="http://schemas.microsoft.com/office/powerpoint/2010/main" val="2189095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30f61ff0385d4487"/>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B125DAD4-7FB2-443F-A0F0-DD975E17A829}"/>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1356611b69ef42f1"/>
          <a:stretch xmlns:a="http://schemas.openxmlformats.org/drawingml/2006/main">
            <a:fillRect l="0" t="0" r="0" b="0"/>
          </a:stretch>
        </p:blipFill>
        <p:spPr>
          <a:xfrm xmlns:a="http://schemas.openxmlformats.org/drawingml/2006/main">
            <a:off x="0" y="0"/>
            <a:ext cx="5486400" cy="8229600"/>
          </a:xfrm>
          <a:prstGeom xmlns:a="http://schemas.openxmlformats.org/drawingml/2006/main" prst="rect">
            <a:avLst/>
          </a:prstGeom>
        </p:spPr>
      </p:pic>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2ad1192058af4370"/>
          <a:stretch xmlns:a="http://schemas.openxmlformats.org/drawingml/2006/main">
            <a:fillRect l="0" t="0" r="0" b="0"/>
          </a:stretch>
        </p:blipFill>
        <p:spPr>
          <a:xfrm xmlns:a="http://schemas.openxmlformats.org/drawingml/2006/main">
            <a:off x="277892" y="2329458"/>
            <a:ext cx="4930497" cy="3570565"/>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7FE3B8A4-AE3B-49FF-B927-C00E84819D6C}"/>
              </a:ext>
            </a:extLst>
          </p:cNvPr>
          <p:cNvSpPr>
            <a:spLocks xmlns:a="http://schemas.openxmlformats.org/drawingml/2006/main" noGrp="1"/>
          </p:cNvSpPr>
          <p:nvPr/>
        </p:nvSpPr>
        <p:spPr>
          <a:xfrm xmlns:a="http://schemas.openxmlformats.org/drawingml/2006/main">
            <a:off x="6264712" y="611743"/>
            <a:ext cx="7587377" cy="1962031"/>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5150"/>
              </a:lnSpc>
              <a:buNone/>
            </a:pPr>
            <a:r>
              <a:rPr sz="4120">
                <a:solidFill>
                  <a:srgbClr val="FFFFFF"/>
                </a:solidFill>
                <a:latin typeface="Unbounded"/>
                <a:ea typeface="Unbounded"/>
                <a:cs typeface="Unbounded"/>
              </a:rPr>
              <a:t>Time-to-Time Crop Plantation Based on Soil Analysis</a:t>
            </a:r>
            <a:endParaRPr sz="4120"/>
          </a:p>
        </p:txBody>
      </p:sp>
      <p:sp>
        <p:nvSpPr>
          <p:cNvPr id="7" name="Shape 2">
            <a:extLst xmlns:a="http://schemas.openxmlformats.org/drawingml/2006/main">
              <a:ext uri="{FF2B5EF4-FFF2-40B4-BE49-F238E27FC236}">
                <a16:creationId xmlns:a16="http://schemas.microsoft.com/office/drawing/2014/main" id="{8332D7CE-13AA-4A43-848C-601FF034488E}"/>
              </a:ext>
            </a:extLst>
          </p:cNvPr>
          <p:cNvSpPr>
            <a:spLocks xmlns:a="http://schemas.openxmlformats.org/drawingml/2006/main" noGrp="1"/>
          </p:cNvSpPr>
          <p:nvPr/>
        </p:nvSpPr>
        <p:spPr>
          <a:xfrm xmlns:a="http://schemas.openxmlformats.org/drawingml/2006/main">
            <a:off x="6264712" y="3157418"/>
            <a:ext cx="500301" cy="500301"/>
          </a:xfrm>
          <a:prstGeom xmlns:a="http://schemas.openxmlformats.org/drawingml/2006/main" prst="roundRect">
            <a:avLst>
              <a:gd name="adj" fmla="val 6668"/>
            </a:avLst>
          </a:prstGeom>
          <a:solidFill xmlns:a="http://schemas.openxmlformats.org/drawingml/2006/main">
            <a:srgbClr val="304755"/>
          </a:solidFill>
        </p:spPr>
      </p:sp>
      <p:sp>
        <p:nvSpPr>
          <p:cNvPr id="8" name="Text 3">
            <a:extLst xmlns:a="http://schemas.openxmlformats.org/drawingml/2006/main">
              <a:ext uri="{FF2B5EF4-FFF2-40B4-BE49-F238E27FC236}">
                <a16:creationId xmlns:a16="http://schemas.microsoft.com/office/drawing/2014/main" id="{CBB0C532-7F14-43CD-B726-42672DB41F4F}"/>
              </a:ext>
            </a:extLst>
          </p:cNvPr>
          <p:cNvSpPr>
            <a:spLocks xmlns:a="http://schemas.openxmlformats.org/drawingml/2006/main" noGrp="1"/>
          </p:cNvSpPr>
          <p:nvPr/>
        </p:nvSpPr>
        <p:spPr>
          <a:xfrm xmlns:a="http://schemas.openxmlformats.org/drawingml/2006/main">
            <a:off x="6440924" y="3250525"/>
            <a:ext cx="147876" cy="313968"/>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472"/>
              </a:lnSpc>
              <a:buNone/>
            </a:pPr>
            <a:r>
              <a:rPr sz="2472">
                <a:solidFill>
                  <a:srgbClr val="CAD6DE"/>
                </a:solidFill>
                <a:latin typeface="Unbounded"/>
                <a:ea typeface="Unbounded"/>
                <a:cs typeface="Unbounded"/>
              </a:rPr>
              <a:t>1</a:t>
            </a:r>
            <a:endParaRPr sz="2472"/>
          </a:p>
        </p:txBody>
      </p:sp>
      <p:sp>
        <p:nvSpPr>
          <p:cNvPr id="9" name="Text 4">
            <a:extLst xmlns:a="http://schemas.openxmlformats.org/drawingml/2006/main">
              <a:ext uri="{FF2B5EF4-FFF2-40B4-BE49-F238E27FC236}">
                <a16:creationId xmlns:a16="http://schemas.microsoft.com/office/drawing/2014/main" id="{1B4F91ED-19B3-4509-839A-5C9BC801E86E}"/>
              </a:ext>
            </a:extLst>
          </p:cNvPr>
          <p:cNvSpPr>
            <a:spLocks xmlns:a="http://schemas.openxmlformats.org/drawingml/2006/main" noGrp="1"/>
          </p:cNvSpPr>
          <p:nvPr/>
        </p:nvSpPr>
        <p:spPr>
          <a:xfrm xmlns:a="http://schemas.openxmlformats.org/drawingml/2006/main">
            <a:off x="6987302" y="3157418"/>
            <a:ext cx="3704868" cy="32694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75"/>
              </a:lnSpc>
              <a:buNone/>
            </a:pPr>
            <a:r>
              <a:rPr sz="2060">
                <a:solidFill>
                  <a:srgbClr val="CAD6DE"/>
                </a:solidFill>
                <a:latin typeface="Unbounded"/>
                <a:ea typeface="Unbounded"/>
                <a:cs typeface="Unbounded"/>
              </a:rPr>
              <a:t>Soil Nutrient Monitoring</a:t>
            </a:r>
            <a:endParaRPr sz="2060"/>
          </a:p>
        </p:txBody>
      </p:sp>
      <p:sp>
        <p:nvSpPr>
          <p:cNvPr id="10" name="Text 5">
            <a:extLst xmlns:a="http://schemas.openxmlformats.org/drawingml/2006/main">
              <a:ext uri="{FF2B5EF4-FFF2-40B4-BE49-F238E27FC236}">
                <a16:creationId xmlns:a16="http://schemas.microsoft.com/office/drawing/2014/main" id="{5982CC4A-5E2C-4E12-9D37-5B89FB154805}"/>
              </a:ext>
            </a:extLst>
          </p:cNvPr>
          <p:cNvSpPr>
            <a:spLocks xmlns:a="http://schemas.openxmlformats.org/drawingml/2006/main" noGrp="1"/>
          </p:cNvSpPr>
          <p:nvPr/>
        </p:nvSpPr>
        <p:spPr>
          <a:xfrm xmlns:a="http://schemas.openxmlformats.org/drawingml/2006/main">
            <a:off x="6987302" y="3617714"/>
            <a:ext cx="6864787" cy="71151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02"/>
              </a:lnSpc>
              <a:buNone/>
            </a:pPr>
            <a:r>
              <a:rPr sz="1751">
                <a:solidFill>
                  <a:srgbClr val="CAD6DE"/>
                </a:solidFill>
                <a:latin typeface="Cabin"/>
                <a:ea typeface="Cabin"/>
                <a:cs typeface="Cabin"/>
              </a:rPr>
              <a:t>Continuously monitor soil nutrient levels, including nitrogen, phosphorus, and potassium.</a:t>
            </a:r>
            <a:endParaRPr sz="1751"/>
          </a:p>
        </p:txBody>
      </p:sp>
      <p:sp>
        <p:nvSpPr>
          <p:cNvPr id="11" name="Shape 6">
            <a:extLst xmlns:a="http://schemas.openxmlformats.org/drawingml/2006/main">
              <a:ext uri="{FF2B5EF4-FFF2-40B4-BE49-F238E27FC236}">
                <a16:creationId xmlns:a16="http://schemas.microsoft.com/office/drawing/2014/main" id="{3AE9FAFC-658C-4040-A04D-F3A186D97099}"/>
              </a:ext>
            </a:extLst>
          </p:cNvPr>
          <p:cNvSpPr>
            <a:spLocks xmlns:a="http://schemas.openxmlformats.org/drawingml/2006/main" noGrp="1"/>
          </p:cNvSpPr>
          <p:nvPr/>
        </p:nvSpPr>
        <p:spPr>
          <a:xfrm xmlns:a="http://schemas.openxmlformats.org/drawingml/2006/main">
            <a:off x="6264712" y="4801672"/>
            <a:ext cx="500301" cy="500301"/>
          </a:xfrm>
          <a:prstGeom xmlns:a="http://schemas.openxmlformats.org/drawingml/2006/main" prst="roundRect">
            <a:avLst>
              <a:gd name="adj" fmla="val 6668"/>
            </a:avLst>
          </a:prstGeom>
          <a:solidFill xmlns:a="http://schemas.openxmlformats.org/drawingml/2006/main">
            <a:srgbClr val="304755"/>
          </a:solidFill>
        </p:spPr>
      </p:sp>
      <p:sp>
        <p:nvSpPr>
          <p:cNvPr id="12" name="Text 7">
            <a:extLst xmlns:a="http://schemas.openxmlformats.org/drawingml/2006/main">
              <a:ext uri="{FF2B5EF4-FFF2-40B4-BE49-F238E27FC236}">
                <a16:creationId xmlns:a16="http://schemas.microsoft.com/office/drawing/2014/main" id="{43FCE713-8881-443F-BA45-65098F7B2697}"/>
              </a:ext>
            </a:extLst>
          </p:cNvPr>
          <p:cNvSpPr>
            <a:spLocks xmlns:a="http://schemas.openxmlformats.org/drawingml/2006/main" noGrp="1"/>
          </p:cNvSpPr>
          <p:nvPr/>
        </p:nvSpPr>
        <p:spPr>
          <a:xfrm xmlns:a="http://schemas.openxmlformats.org/drawingml/2006/main">
            <a:off x="6391037" y="4894778"/>
            <a:ext cx="247650" cy="313968"/>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472"/>
              </a:lnSpc>
              <a:buNone/>
            </a:pPr>
            <a:r>
              <a:rPr sz="2472">
                <a:solidFill>
                  <a:srgbClr val="CAD6DE"/>
                </a:solidFill>
                <a:latin typeface="Unbounded"/>
                <a:ea typeface="Unbounded"/>
                <a:cs typeface="Unbounded"/>
              </a:rPr>
              <a:t>2</a:t>
            </a:r>
            <a:endParaRPr sz="2472"/>
          </a:p>
        </p:txBody>
      </p:sp>
      <p:sp>
        <p:nvSpPr>
          <p:cNvPr id="13" name="Text 8">
            <a:extLst xmlns:a="http://schemas.openxmlformats.org/drawingml/2006/main">
              <a:ext uri="{FF2B5EF4-FFF2-40B4-BE49-F238E27FC236}">
                <a16:creationId xmlns:a16="http://schemas.microsoft.com/office/drawing/2014/main" id="{2904139D-A723-474C-92C8-D8B6810A168C}"/>
              </a:ext>
            </a:extLst>
          </p:cNvPr>
          <p:cNvSpPr>
            <a:spLocks xmlns:a="http://schemas.openxmlformats.org/drawingml/2006/main" noGrp="1"/>
          </p:cNvSpPr>
          <p:nvPr/>
        </p:nvSpPr>
        <p:spPr>
          <a:xfrm xmlns:a="http://schemas.openxmlformats.org/drawingml/2006/main">
            <a:off x="6987302" y="4801672"/>
            <a:ext cx="3807143" cy="32694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75"/>
              </a:lnSpc>
              <a:buNone/>
            </a:pPr>
            <a:r>
              <a:rPr sz="2060">
                <a:solidFill>
                  <a:srgbClr val="CAD6DE"/>
                </a:solidFill>
                <a:latin typeface="Unbounded"/>
                <a:ea typeface="Unbounded"/>
                <a:cs typeface="Unbounded"/>
              </a:rPr>
              <a:t>Crop Recommendations</a:t>
            </a:r>
            <a:endParaRPr sz="2060"/>
          </a:p>
        </p:txBody>
      </p:sp>
      <p:sp>
        <p:nvSpPr>
          <p:cNvPr id="14" name="Text 9">
            <a:extLst xmlns:a="http://schemas.openxmlformats.org/drawingml/2006/main">
              <a:ext uri="{FF2B5EF4-FFF2-40B4-BE49-F238E27FC236}">
                <a16:creationId xmlns:a16="http://schemas.microsoft.com/office/drawing/2014/main" id="{DF1C7C8E-F7BF-4519-8D9E-8A5EB46E5D7B}"/>
              </a:ext>
            </a:extLst>
          </p:cNvPr>
          <p:cNvSpPr>
            <a:spLocks xmlns:a="http://schemas.openxmlformats.org/drawingml/2006/main" noGrp="1"/>
          </p:cNvSpPr>
          <p:nvPr/>
        </p:nvSpPr>
        <p:spPr>
          <a:xfrm xmlns:a="http://schemas.openxmlformats.org/drawingml/2006/main">
            <a:off x="6987302" y="5261967"/>
            <a:ext cx="6864787" cy="71151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02"/>
              </a:lnSpc>
              <a:buNone/>
            </a:pPr>
            <a:r>
              <a:rPr sz="1751">
                <a:solidFill>
                  <a:srgbClr val="CAD6DE"/>
                </a:solidFill>
                <a:latin typeface="Cabin"/>
                <a:ea typeface="Cabin"/>
                <a:cs typeface="Cabin"/>
              </a:rPr>
              <a:t>Suggest the most suitable crops based on current soil conditions and nutrient levels.</a:t>
            </a:r>
            <a:endParaRPr sz="1751"/>
          </a:p>
        </p:txBody>
      </p:sp>
      <p:sp>
        <p:nvSpPr>
          <p:cNvPr id="15" name="Shape 10">
            <a:extLst xmlns:a="http://schemas.openxmlformats.org/drawingml/2006/main">
              <a:ext uri="{FF2B5EF4-FFF2-40B4-BE49-F238E27FC236}">
                <a16:creationId xmlns:a16="http://schemas.microsoft.com/office/drawing/2014/main" id="{D095C3B8-8153-4423-9345-5E17F0AE7626}"/>
              </a:ext>
            </a:extLst>
          </p:cNvPr>
          <p:cNvSpPr>
            <a:spLocks xmlns:a="http://schemas.openxmlformats.org/drawingml/2006/main" noGrp="1"/>
          </p:cNvSpPr>
          <p:nvPr/>
        </p:nvSpPr>
        <p:spPr>
          <a:xfrm xmlns:a="http://schemas.openxmlformats.org/drawingml/2006/main">
            <a:off x="6264712" y="6445925"/>
            <a:ext cx="500301" cy="500301"/>
          </a:xfrm>
          <a:prstGeom xmlns:a="http://schemas.openxmlformats.org/drawingml/2006/main" prst="roundRect">
            <a:avLst>
              <a:gd name="adj" fmla="val 6668"/>
            </a:avLst>
          </a:prstGeom>
          <a:solidFill xmlns:a="http://schemas.openxmlformats.org/drawingml/2006/main">
            <a:srgbClr val="304755"/>
          </a:solidFill>
        </p:spPr>
      </p:sp>
      <p:sp>
        <p:nvSpPr>
          <p:cNvPr id="16" name="Text 11">
            <a:extLst xmlns:a="http://schemas.openxmlformats.org/drawingml/2006/main">
              <a:ext uri="{FF2B5EF4-FFF2-40B4-BE49-F238E27FC236}">
                <a16:creationId xmlns:a16="http://schemas.microsoft.com/office/drawing/2014/main" id="{92BD6FFE-2827-4C7F-8854-99D204B69B60}"/>
              </a:ext>
            </a:extLst>
          </p:cNvPr>
          <p:cNvSpPr>
            <a:spLocks xmlns:a="http://schemas.openxmlformats.org/drawingml/2006/main" noGrp="1"/>
          </p:cNvSpPr>
          <p:nvPr/>
        </p:nvSpPr>
        <p:spPr>
          <a:xfrm xmlns:a="http://schemas.openxmlformats.org/drawingml/2006/main">
            <a:off x="6388656" y="6539032"/>
            <a:ext cx="252413" cy="313968"/>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472"/>
              </a:lnSpc>
              <a:buNone/>
            </a:pPr>
            <a:r>
              <a:rPr sz="2472">
                <a:solidFill>
                  <a:srgbClr val="CAD6DE"/>
                </a:solidFill>
                <a:latin typeface="Unbounded"/>
                <a:ea typeface="Unbounded"/>
                <a:cs typeface="Unbounded"/>
              </a:rPr>
              <a:t>3</a:t>
            </a:r>
            <a:endParaRPr sz="2472"/>
          </a:p>
        </p:txBody>
      </p:sp>
      <p:sp>
        <p:nvSpPr>
          <p:cNvPr id="17" name="Text 12">
            <a:extLst xmlns:a="http://schemas.openxmlformats.org/drawingml/2006/main">
              <a:ext uri="{FF2B5EF4-FFF2-40B4-BE49-F238E27FC236}">
                <a16:creationId xmlns:a16="http://schemas.microsoft.com/office/drawing/2014/main" id="{A4EEA2F8-74E9-4D9D-A56A-17C998AD08A0}"/>
              </a:ext>
            </a:extLst>
          </p:cNvPr>
          <p:cNvSpPr>
            <a:spLocks xmlns:a="http://schemas.openxmlformats.org/drawingml/2006/main" noGrp="1"/>
          </p:cNvSpPr>
          <p:nvPr/>
        </p:nvSpPr>
        <p:spPr>
          <a:xfrm xmlns:a="http://schemas.openxmlformats.org/drawingml/2006/main">
            <a:off x="6987302" y="6445925"/>
            <a:ext cx="3128248" cy="32694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75"/>
              </a:lnSpc>
              <a:buNone/>
            </a:pPr>
            <a:r>
              <a:rPr sz="2060">
                <a:solidFill>
                  <a:srgbClr val="CAD6DE"/>
                </a:solidFill>
                <a:latin typeface="Unbounded"/>
                <a:ea typeface="Unbounded"/>
                <a:cs typeface="Unbounded"/>
              </a:rPr>
              <a:t>Plantation Schedule</a:t>
            </a:r>
            <a:endParaRPr sz="2060"/>
          </a:p>
        </p:txBody>
      </p:sp>
      <p:sp>
        <p:nvSpPr>
          <p:cNvPr id="18" name="Text 13">
            <a:extLst xmlns:a="http://schemas.openxmlformats.org/drawingml/2006/main">
              <a:ext uri="{FF2B5EF4-FFF2-40B4-BE49-F238E27FC236}">
                <a16:creationId xmlns:a16="http://schemas.microsoft.com/office/drawing/2014/main" id="{AD58572A-A600-443D-8424-A96C189AE550}"/>
              </a:ext>
            </a:extLst>
          </p:cNvPr>
          <p:cNvSpPr>
            <a:spLocks xmlns:a="http://schemas.openxmlformats.org/drawingml/2006/main" noGrp="1"/>
          </p:cNvSpPr>
          <p:nvPr/>
        </p:nvSpPr>
        <p:spPr>
          <a:xfrm xmlns:a="http://schemas.openxmlformats.org/drawingml/2006/main">
            <a:off x="6987302" y="6906220"/>
            <a:ext cx="6864787" cy="71151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02"/>
              </a:lnSpc>
              <a:buNone/>
            </a:pPr>
            <a:r>
              <a:rPr sz="1751">
                <a:solidFill>
                  <a:srgbClr val="CAD6DE"/>
                </a:solidFill>
                <a:latin typeface="Cabin"/>
                <a:ea typeface="Cabin"/>
                <a:cs typeface="Cabin"/>
              </a:rPr>
              <a:t>Provide an optimal planting schedule based on soil data to ensure crops are sown when conditions are ideal.</a:t>
            </a:r>
            <a:endParaRPr sz="1751"/>
          </a:p>
        </p:txBody>
      </p:sp>
    </p:spTree>
    <p:extLst>
      <p:ext uri="{BB962C8B-B14F-4D97-AF65-F5344CB8AC3E}">
        <p14:creationId xmlns:p14="http://schemas.microsoft.com/office/powerpoint/2010/main" val="180831865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58f137e800104b21"/>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541252DB-930F-40FD-896A-B4A6C7F66A77}"/>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1" name="Image 1"/>
          <p:cNvPicPr>
            <a:picLocks xmlns:a="http://schemas.openxmlformats.org/drawingml/2006/main" noChangeAspect="1"/>
          </p:cNvPicPr>
          <p:nvPr/>
        </p:nvPicPr>
        <p:blipFill>
          <a:blip xmlns:r="http://schemas.openxmlformats.org/officeDocument/2006/relationships" xmlns:a="http://schemas.openxmlformats.org/drawingml/2006/main" r:embed="R7a2d1cff55db43bb"/>
          <a:stretch xmlns:a="http://schemas.openxmlformats.org/drawingml/2006/main">
            <a:fillRect l="0" t="0" r="0" b="0"/>
          </a:stretch>
        </p:blipFill>
        <p:spPr>
          <a:xfrm xmlns:a="http://schemas.openxmlformats.org/drawingml/2006/main">
            <a:off x="9144000" y="0"/>
            <a:ext cx="5486400" cy="8229600"/>
          </a:xfrm>
          <a:prstGeom xmlns:a="http://schemas.openxmlformats.org/drawingml/2006/main" prst="rect">
            <a:avLst/>
          </a:prstGeom>
        </p:spPr>
      </p:pic>
      <p:pic>
        <p:nvPicPr>
          <p:cNvPr id="22" name="Image 2"/>
          <p:cNvPicPr>
            <a:picLocks xmlns:a="http://schemas.openxmlformats.org/drawingml/2006/main" noChangeAspect="1"/>
          </p:cNvPicPr>
          <p:nvPr/>
        </p:nvPicPr>
        <p:blipFill>
          <a:blip xmlns:r="http://schemas.openxmlformats.org/officeDocument/2006/relationships" xmlns:a="http://schemas.openxmlformats.org/drawingml/2006/main" r:embed="R112ee9841ecd455a"/>
          <a:stretch xmlns:a="http://schemas.openxmlformats.org/drawingml/2006/main">
            <a:fillRect l="0" t="0" r="0" b="0"/>
          </a:stretch>
        </p:blipFill>
        <p:spPr>
          <a:xfrm xmlns:a="http://schemas.openxmlformats.org/drawingml/2006/main">
            <a:off x="9424273" y="1651873"/>
            <a:ext cx="4925854" cy="4925854"/>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39D1ACFB-9126-488A-8722-7FD222844E47}"/>
              </a:ext>
            </a:extLst>
          </p:cNvPr>
          <p:cNvSpPr>
            <a:spLocks xmlns:a="http://schemas.openxmlformats.org/drawingml/2006/main" noGrp="1"/>
          </p:cNvSpPr>
          <p:nvPr/>
        </p:nvSpPr>
        <p:spPr>
          <a:xfrm xmlns:a="http://schemas.openxmlformats.org/drawingml/2006/main">
            <a:off x="784860" y="617101"/>
            <a:ext cx="7574280" cy="1319213"/>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5193"/>
              </a:lnSpc>
              <a:buNone/>
            </a:pPr>
            <a:r>
              <a:rPr sz="4155">
                <a:solidFill>
                  <a:srgbClr val="FFFFFF"/>
                </a:solidFill>
                <a:latin typeface="Unbounded"/>
                <a:ea typeface="Unbounded"/>
                <a:cs typeface="Unbounded"/>
              </a:rPr>
              <a:t>Plant Disease </a:t>
            </a:r>
          </a:p>
          <a:p xmlns:a="http://schemas.openxmlformats.org/drawingml/2006/main">
            <a:pPr marL="0" indent="0">
              <a:lnSpc>
                <a:spcPts val="5193"/>
              </a:lnSpc>
              <a:buNone/>
            </a:pPr>
            <a:r>
              <a:rPr sz="4155">
                <a:solidFill>
                  <a:srgbClr val="FFFFFF"/>
                </a:solidFill>
                <a:latin typeface="Unbounded"/>
                <a:ea typeface="Unbounded"/>
                <a:cs typeface="Unbounded"/>
              </a:rPr>
              <a:t>Detection</a:t>
            </a:r>
            <a:endParaRPr sz="4155"/>
          </a:p>
        </p:txBody>
      </p:sp>
      <p:sp>
        <p:nvSpPr>
          <p:cNvPr id="7" name="Shape 2">
            <a:extLst xmlns:a="http://schemas.openxmlformats.org/drawingml/2006/main">
              <a:ext uri="{FF2B5EF4-FFF2-40B4-BE49-F238E27FC236}">
                <a16:creationId xmlns:a16="http://schemas.microsoft.com/office/drawing/2014/main" id="{1736D48A-2727-4393-9976-E4AFEB875070}"/>
              </a:ext>
            </a:extLst>
          </p:cNvPr>
          <p:cNvSpPr>
            <a:spLocks xmlns:a="http://schemas.openxmlformats.org/drawingml/2006/main" noGrp="1"/>
          </p:cNvSpPr>
          <p:nvPr/>
        </p:nvSpPr>
        <p:spPr>
          <a:xfrm xmlns:a="http://schemas.openxmlformats.org/drawingml/2006/main">
            <a:off x="784860" y="2272665"/>
            <a:ext cx="7574280" cy="1630442"/>
          </a:xfrm>
          <a:prstGeom xmlns:a="http://schemas.openxmlformats.org/drawingml/2006/main" prst="roundRect">
            <a:avLst>
              <a:gd name="adj" fmla="val 2063"/>
            </a:avLst>
          </a:prstGeom>
          <a:solidFill xmlns:a="http://schemas.openxmlformats.org/drawingml/2006/main">
            <a:srgbClr val="304755"/>
          </a:solidFill>
        </p:spPr>
      </p:sp>
      <p:sp>
        <p:nvSpPr>
          <p:cNvPr id="8" name="Text 3">
            <a:extLst xmlns:a="http://schemas.openxmlformats.org/drawingml/2006/main">
              <a:ext uri="{FF2B5EF4-FFF2-40B4-BE49-F238E27FC236}">
                <a16:creationId xmlns:a16="http://schemas.microsoft.com/office/drawing/2014/main" id="{DBD82E26-C698-4373-973B-F66293FA89D4}"/>
              </a:ext>
            </a:extLst>
          </p:cNvPr>
          <p:cNvSpPr>
            <a:spLocks xmlns:a="http://schemas.openxmlformats.org/drawingml/2006/main" noGrp="1"/>
          </p:cNvSpPr>
          <p:nvPr/>
        </p:nvSpPr>
        <p:spPr>
          <a:xfrm xmlns:a="http://schemas.openxmlformats.org/drawingml/2006/main">
            <a:off x="1009055" y="2496860"/>
            <a:ext cx="3649980" cy="32980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97"/>
              </a:lnSpc>
              <a:buNone/>
            </a:pPr>
            <a:r>
              <a:rPr sz="2077">
                <a:solidFill>
                  <a:srgbClr val="CAD6DE"/>
                </a:solidFill>
                <a:latin typeface="Unbounded"/>
                <a:ea typeface="Unbounded"/>
                <a:cs typeface="Unbounded"/>
              </a:rPr>
              <a:t>Detect Leaves</a:t>
            </a:r>
            <a:endParaRPr sz="2077"/>
          </a:p>
        </p:txBody>
      </p:sp>
      <p:sp>
        <p:nvSpPr>
          <p:cNvPr id="9" name="Text 4">
            <a:extLst xmlns:a="http://schemas.openxmlformats.org/drawingml/2006/main">
              <a:ext uri="{FF2B5EF4-FFF2-40B4-BE49-F238E27FC236}">
                <a16:creationId xmlns:a16="http://schemas.microsoft.com/office/drawing/2014/main" id="{157D539E-B2D0-4288-AC68-48B78A91F8FD}"/>
              </a:ext>
            </a:extLst>
          </p:cNvPr>
          <p:cNvSpPr>
            <a:spLocks xmlns:a="http://schemas.openxmlformats.org/drawingml/2006/main" noGrp="1"/>
          </p:cNvSpPr>
          <p:nvPr/>
        </p:nvSpPr>
        <p:spPr>
          <a:xfrm xmlns:a="http://schemas.openxmlformats.org/drawingml/2006/main">
            <a:off x="1009055" y="2961203"/>
            <a:ext cx="7125891" cy="71770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25"/>
              </a:lnSpc>
              <a:buNone/>
            </a:pPr>
            <a:r>
              <a:rPr sz="1766">
                <a:solidFill>
                  <a:srgbClr val="CAD6DE"/>
                </a:solidFill>
                <a:latin typeface="Cabin"/>
                <a:ea typeface="Cabin"/>
                <a:cs typeface="Cabin"/>
              </a:rPr>
              <a:t>Detect the leaves in the image or video. Uses the </a:t>
            </a:r>
            <a:r>
              <a:rPr sz="1766">
                <a:solidFill>
                  <a:srgbClr val="CAD6DE"/>
                </a:solidFill>
                <a:latin typeface="Cabin"/>
                <a:ea typeface="Cabin"/>
                <a:cs typeface="Cabin"/>
              </a:rPr>
              <a:t>Roboflow</a:t>
            </a:r>
            <a:r>
              <a:rPr sz="1766">
                <a:solidFill>
                  <a:srgbClr val="CAD6DE"/>
                </a:solidFill>
                <a:latin typeface="Cabin"/>
                <a:ea typeface="Cabin"/>
                <a:cs typeface="Cabin"/>
              </a:rPr>
              <a:t> model and computer vision.</a:t>
            </a:r>
            <a:endParaRPr sz="1766"/>
          </a:p>
        </p:txBody>
      </p:sp>
      <p:sp>
        <p:nvSpPr>
          <p:cNvPr id="10" name="Shape 5">
            <a:extLst xmlns:a="http://schemas.openxmlformats.org/drawingml/2006/main">
              <a:ext uri="{FF2B5EF4-FFF2-40B4-BE49-F238E27FC236}">
                <a16:creationId xmlns:a16="http://schemas.microsoft.com/office/drawing/2014/main" id="{ECD120D6-D6EE-4C3E-B618-A3E233F8A64E}"/>
              </a:ext>
            </a:extLst>
          </p:cNvPr>
          <p:cNvSpPr>
            <a:spLocks xmlns:a="http://schemas.openxmlformats.org/drawingml/2006/main" noGrp="1"/>
          </p:cNvSpPr>
          <p:nvPr/>
        </p:nvSpPr>
        <p:spPr>
          <a:xfrm xmlns:a="http://schemas.openxmlformats.org/drawingml/2006/main">
            <a:off x="784860" y="4127302"/>
            <a:ext cx="7574280" cy="1630442"/>
          </a:xfrm>
          <a:prstGeom xmlns:a="http://schemas.openxmlformats.org/drawingml/2006/main" prst="roundRect">
            <a:avLst>
              <a:gd name="adj" fmla="val 2063"/>
            </a:avLst>
          </a:prstGeom>
          <a:solidFill xmlns:a="http://schemas.openxmlformats.org/drawingml/2006/main">
            <a:srgbClr val="304755"/>
          </a:solidFill>
        </p:spPr>
      </p:sp>
      <p:sp>
        <p:nvSpPr>
          <p:cNvPr id="11" name="Text 6">
            <a:extLst xmlns:a="http://schemas.openxmlformats.org/drawingml/2006/main">
              <a:ext uri="{FF2B5EF4-FFF2-40B4-BE49-F238E27FC236}">
                <a16:creationId xmlns:a16="http://schemas.microsoft.com/office/drawing/2014/main" id="{AB61AB65-0AE4-4E2E-A31E-4F01760010A8}"/>
              </a:ext>
            </a:extLst>
          </p:cNvPr>
          <p:cNvSpPr>
            <a:spLocks xmlns:a="http://schemas.openxmlformats.org/drawingml/2006/main" noGrp="1"/>
          </p:cNvSpPr>
          <p:nvPr/>
        </p:nvSpPr>
        <p:spPr>
          <a:xfrm xmlns:a="http://schemas.openxmlformats.org/drawingml/2006/main">
            <a:off x="1009055" y="4351496"/>
            <a:ext cx="3665815" cy="32980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97"/>
              </a:lnSpc>
              <a:buNone/>
            </a:pPr>
            <a:r>
              <a:rPr sz="2077">
                <a:solidFill>
                  <a:srgbClr val="CAD6DE"/>
                </a:solidFill>
                <a:latin typeface="Unbounded"/>
                <a:ea typeface="Unbounded"/>
                <a:cs typeface="Unbounded"/>
              </a:rPr>
              <a:t>Localization of Leaves</a:t>
            </a:r>
            <a:endParaRPr sz="2077"/>
          </a:p>
        </p:txBody>
      </p:sp>
      <p:sp>
        <p:nvSpPr>
          <p:cNvPr id="12" name="Text 7">
            <a:extLst xmlns:a="http://schemas.openxmlformats.org/drawingml/2006/main">
              <a:ext uri="{FF2B5EF4-FFF2-40B4-BE49-F238E27FC236}">
                <a16:creationId xmlns:a16="http://schemas.microsoft.com/office/drawing/2014/main" id="{B5D012D0-E653-4A35-81FC-5CE2145BF2BA}"/>
              </a:ext>
            </a:extLst>
          </p:cNvPr>
          <p:cNvSpPr>
            <a:spLocks xmlns:a="http://schemas.openxmlformats.org/drawingml/2006/main" noGrp="1"/>
          </p:cNvSpPr>
          <p:nvPr/>
        </p:nvSpPr>
        <p:spPr>
          <a:xfrm xmlns:a="http://schemas.openxmlformats.org/drawingml/2006/main">
            <a:off x="1009055" y="4815840"/>
            <a:ext cx="7125891" cy="71770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25"/>
              </a:lnSpc>
              <a:buNone/>
            </a:pPr>
            <a:r>
              <a:rPr sz="1766">
                <a:solidFill>
                  <a:srgbClr val="CAD6DE"/>
                </a:solidFill>
                <a:latin typeface="Cabin"/>
                <a:ea typeface="Cabin"/>
                <a:cs typeface="Cabin"/>
              </a:rPr>
              <a:t>Localize the leaves by creating bounding boxes in the images or frames in the video.</a:t>
            </a:r>
            <a:endParaRPr sz="1766"/>
          </a:p>
        </p:txBody>
      </p:sp>
      <p:sp>
        <p:nvSpPr>
          <p:cNvPr id="13" name="Shape 8">
            <a:extLst xmlns:a="http://schemas.openxmlformats.org/drawingml/2006/main">
              <a:ext uri="{FF2B5EF4-FFF2-40B4-BE49-F238E27FC236}">
                <a16:creationId xmlns:a16="http://schemas.microsoft.com/office/drawing/2014/main" id="{79440435-94CF-4DDD-9D2B-B9998F652A81}"/>
              </a:ext>
            </a:extLst>
          </p:cNvPr>
          <p:cNvSpPr>
            <a:spLocks xmlns:a="http://schemas.openxmlformats.org/drawingml/2006/main" noGrp="1"/>
          </p:cNvSpPr>
          <p:nvPr/>
        </p:nvSpPr>
        <p:spPr>
          <a:xfrm xmlns:a="http://schemas.openxmlformats.org/drawingml/2006/main">
            <a:off x="784860" y="5981938"/>
            <a:ext cx="7574280" cy="1630442"/>
          </a:xfrm>
          <a:prstGeom xmlns:a="http://schemas.openxmlformats.org/drawingml/2006/main" prst="roundRect">
            <a:avLst>
              <a:gd name="adj" fmla="val 2063"/>
            </a:avLst>
          </a:prstGeom>
          <a:solidFill xmlns:a="http://schemas.openxmlformats.org/drawingml/2006/main">
            <a:srgbClr val="304755"/>
          </a:solidFill>
        </p:spPr>
      </p:sp>
      <p:sp>
        <p:nvSpPr>
          <p:cNvPr id="14" name="Text 9">
            <a:extLst xmlns:a="http://schemas.openxmlformats.org/drawingml/2006/main">
              <a:ext uri="{FF2B5EF4-FFF2-40B4-BE49-F238E27FC236}">
                <a16:creationId xmlns:a16="http://schemas.microsoft.com/office/drawing/2014/main" id="{BB3F2F95-F688-49A8-B1C4-997F7FF6EA6D}"/>
              </a:ext>
            </a:extLst>
          </p:cNvPr>
          <p:cNvSpPr>
            <a:spLocks xmlns:a="http://schemas.openxmlformats.org/drawingml/2006/main" noGrp="1"/>
          </p:cNvSpPr>
          <p:nvPr/>
        </p:nvSpPr>
        <p:spPr>
          <a:xfrm xmlns:a="http://schemas.openxmlformats.org/drawingml/2006/main">
            <a:off x="1009055" y="6206133"/>
            <a:ext cx="3182660" cy="32980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597"/>
              </a:lnSpc>
              <a:buNone/>
            </a:pPr>
            <a:r>
              <a:rPr sz="2077">
                <a:solidFill>
                  <a:srgbClr val="CAD6DE"/>
                </a:solidFill>
                <a:latin typeface="Unbounded"/>
                <a:ea typeface="Unbounded"/>
                <a:cs typeface="Unbounded"/>
              </a:rPr>
              <a:t>Classification of Leaves</a:t>
            </a:r>
            <a:endParaRPr sz="2077"/>
          </a:p>
        </p:txBody>
      </p:sp>
      <p:sp>
        <p:nvSpPr>
          <p:cNvPr id="15" name="Text 10">
            <a:extLst xmlns:a="http://schemas.openxmlformats.org/drawingml/2006/main">
              <a:ext uri="{FF2B5EF4-FFF2-40B4-BE49-F238E27FC236}">
                <a16:creationId xmlns:a16="http://schemas.microsoft.com/office/drawing/2014/main" id="{651667D0-EC6C-477D-98D8-A2B790800139}"/>
              </a:ext>
            </a:extLst>
          </p:cNvPr>
          <p:cNvSpPr>
            <a:spLocks xmlns:a="http://schemas.openxmlformats.org/drawingml/2006/main" noGrp="1"/>
          </p:cNvSpPr>
          <p:nvPr/>
        </p:nvSpPr>
        <p:spPr>
          <a:xfrm xmlns:a="http://schemas.openxmlformats.org/drawingml/2006/main">
            <a:off x="1009055" y="6670477"/>
            <a:ext cx="7125891" cy="71770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2825"/>
              </a:lnSpc>
              <a:buNone/>
            </a:pPr>
            <a:r>
              <a:rPr sz="1766">
                <a:solidFill>
                  <a:srgbClr val="CAD6DE"/>
                </a:solidFill>
                <a:latin typeface="Cabin"/>
                <a:ea typeface="Cabin"/>
                <a:cs typeface="Cabin"/>
              </a:rPr>
              <a:t>Predict if any disease to the localized image of leaf. </a:t>
            </a:r>
            <a:endParaRPr sz="1766"/>
          </a:p>
        </p:txBody>
      </p:sp>
    </p:spTree>
    <p:extLst>
      <p:ext uri="{BB962C8B-B14F-4D97-AF65-F5344CB8AC3E}">
        <p14:creationId xmlns:p14="http://schemas.microsoft.com/office/powerpoint/2010/main" val="10202167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d4114f809bbd454d"/>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3FA7135-F32B-4E07-AE11-24C41D4E682B}"/>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0a358c89a671466a"/>
          <a:stretch xmlns:a="http://schemas.openxmlformats.org/drawingml/2006/main">
            <a:fillRect l="0" t="0" r="0" b="0"/>
          </a:stretch>
        </p:blipFill>
        <p:spPr>
          <a:xfrm xmlns:a="http://schemas.openxmlformats.org/drawingml/2006/main">
            <a:off x="9144000" y="0"/>
            <a:ext cx="5486400" cy="8229600"/>
          </a:xfrm>
          <a:prstGeom xmlns:a="http://schemas.openxmlformats.org/drawingml/2006/main" prst="rect">
            <a:avLst/>
          </a:prstGeom>
        </p:spPr>
      </p:pic>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060c007d9272447c"/>
          <a:stretch xmlns:a="http://schemas.openxmlformats.org/drawingml/2006/main">
            <a:fillRect l="0" t="0" r="0" b="0"/>
          </a:stretch>
        </p:blipFill>
        <p:spPr>
          <a:xfrm xmlns:a="http://schemas.openxmlformats.org/drawingml/2006/main">
            <a:off x="9393555" y="2456498"/>
            <a:ext cx="4987290" cy="3316605"/>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363BF68F-F6D8-4B69-B054-599999C040D9}"/>
              </a:ext>
            </a:extLst>
          </p:cNvPr>
          <p:cNvSpPr>
            <a:spLocks xmlns:a="http://schemas.openxmlformats.org/drawingml/2006/main" noGrp="1"/>
          </p:cNvSpPr>
          <p:nvPr/>
        </p:nvSpPr>
        <p:spPr>
          <a:xfrm xmlns:a="http://schemas.openxmlformats.org/drawingml/2006/main">
            <a:off x="698421" y="709136"/>
            <a:ext cx="7747159" cy="176093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4622"/>
              </a:lnSpc>
              <a:buNone/>
            </a:pPr>
            <a:r>
              <a:rPr sz="3698">
                <a:solidFill>
                  <a:srgbClr val="FFFFFF"/>
                </a:solidFill>
                <a:latin typeface="Unbounded"/>
                <a:ea typeface="Unbounded"/>
                <a:cs typeface="Unbounded"/>
              </a:rPr>
              <a:t>Plant Health and Leaf Analysis During Plantation Period</a:t>
            </a:r>
            <a:endParaRPr sz="3698"/>
          </a:p>
        </p:txBody>
      </p:sp>
      <p:sp>
        <p:nvSpPr>
          <p:cNvPr id="7" name="Shape 2">
            <a:extLst xmlns:a="http://schemas.openxmlformats.org/drawingml/2006/main">
              <a:ext uri="{FF2B5EF4-FFF2-40B4-BE49-F238E27FC236}">
                <a16:creationId xmlns:a16="http://schemas.microsoft.com/office/drawing/2014/main" id="{21A9BC24-CE55-4BA8-9CDE-A25DBE0C95F1}"/>
              </a:ext>
            </a:extLst>
          </p:cNvPr>
          <p:cNvSpPr>
            <a:spLocks xmlns:a="http://schemas.openxmlformats.org/drawingml/2006/main" noGrp="1"/>
          </p:cNvSpPr>
          <p:nvPr/>
        </p:nvSpPr>
        <p:spPr>
          <a:xfrm xmlns:a="http://schemas.openxmlformats.org/drawingml/2006/main">
            <a:off x="986314" y="2769394"/>
            <a:ext cx="22860" cy="4751070"/>
          </a:xfrm>
          <a:prstGeom xmlns:a="http://schemas.openxmlformats.org/drawingml/2006/main" prst="roundRect">
            <a:avLst>
              <a:gd name="adj" fmla="val 130958"/>
            </a:avLst>
          </a:prstGeom>
          <a:solidFill xmlns:a="http://schemas.openxmlformats.org/drawingml/2006/main">
            <a:srgbClr val="49606E"/>
          </a:solidFill>
        </p:spPr>
      </p:sp>
      <p:sp>
        <p:nvSpPr>
          <p:cNvPr id="8" name="Shape 3">
            <a:extLst xmlns:a="http://schemas.openxmlformats.org/drawingml/2006/main">
              <a:ext uri="{FF2B5EF4-FFF2-40B4-BE49-F238E27FC236}">
                <a16:creationId xmlns:a16="http://schemas.microsoft.com/office/drawing/2014/main" id="{BD658EC9-513E-4B04-9990-F821D7024AB8}"/>
              </a:ext>
            </a:extLst>
          </p:cNvPr>
          <p:cNvSpPr>
            <a:spLocks xmlns:a="http://schemas.openxmlformats.org/drawingml/2006/main" noGrp="1"/>
          </p:cNvSpPr>
          <p:nvPr/>
        </p:nvSpPr>
        <p:spPr>
          <a:xfrm xmlns:a="http://schemas.openxmlformats.org/drawingml/2006/main">
            <a:off x="1199376" y="3206829"/>
            <a:ext cx="698421" cy="22860"/>
          </a:xfrm>
          <a:prstGeom xmlns:a="http://schemas.openxmlformats.org/drawingml/2006/main" prst="roundRect">
            <a:avLst>
              <a:gd name="adj" fmla="val 130958"/>
            </a:avLst>
          </a:prstGeom>
          <a:solidFill xmlns:a="http://schemas.openxmlformats.org/drawingml/2006/main">
            <a:srgbClr val="49606E"/>
          </a:solidFill>
        </p:spPr>
      </p:sp>
      <p:sp>
        <p:nvSpPr>
          <p:cNvPr id="9" name="Shape 4">
            <a:extLst xmlns:a="http://schemas.openxmlformats.org/drawingml/2006/main">
              <a:ext uri="{FF2B5EF4-FFF2-40B4-BE49-F238E27FC236}">
                <a16:creationId xmlns:a16="http://schemas.microsoft.com/office/drawing/2014/main" id="{83960E88-BD8F-45CD-AE11-DBCBD92003E0}"/>
              </a:ext>
            </a:extLst>
          </p:cNvPr>
          <p:cNvSpPr>
            <a:spLocks xmlns:a="http://schemas.openxmlformats.org/drawingml/2006/main" noGrp="1"/>
          </p:cNvSpPr>
          <p:nvPr/>
        </p:nvSpPr>
        <p:spPr>
          <a:xfrm xmlns:a="http://schemas.openxmlformats.org/drawingml/2006/main">
            <a:off x="773251" y="2993827"/>
            <a:ext cx="448985" cy="448985"/>
          </a:xfrm>
          <a:prstGeom xmlns:a="http://schemas.openxmlformats.org/drawingml/2006/main" prst="roundRect">
            <a:avLst>
              <a:gd name="adj" fmla="val 6668"/>
            </a:avLst>
          </a:prstGeom>
          <a:solidFill xmlns:a="http://schemas.openxmlformats.org/drawingml/2006/main">
            <a:srgbClr val="304755"/>
          </a:solidFill>
        </p:spPr>
      </p:sp>
      <p:sp>
        <p:nvSpPr>
          <p:cNvPr id="10" name="Text 5">
            <a:extLst xmlns:a="http://schemas.openxmlformats.org/drawingml/2006/main">
              <a:ext uri="{FF2B5EF4-FFF2-40B4-BE49-F238E27FC236}">
                <a16:creationId xmlns:a16="http://schemas.microsoft.com/office/drawing/2014/main" id="{8A195B6E-3A21-4F55-8DAE-3400ACFEEE29}"/>
              </a:ext>
            </a:extLst>
          </p:cNvPr>
          <p:cNvSpPr>
            <a:spLocks xmlns:a="http://schemas.openxmlformats.org/drawingml/2006/main" noGrp="1"/>
          </p:cNvSpPr>
          <p:nvPr/>
        </p:nvSpPr>
        <p:spPr>
          <a:xfrm xmlns:a="http://schemas.openxmlformats.org/drawingml/2006/main">
            <a:off x="931366" y="3077408"/>
            <a:ext cx="132755" cy="28170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219"/>
              </a:lnSpc>
              <a:buNone/>
            </a:pPr>
            <a:r>
              <a:rPr sz="2219">
                <a:solidFill>
                  <a:srgbClr val="CAD6DE"/>
                </a:solidFill>
                <a:latin typeface="Unbounded"/>
                <a:ea typeface="Unbounded"/>
                <a:cs typeface="Unbounded"/>
              </a:rPr>
              <a:t>1</a:t>
            </a:r>
            <a:endParaRPr sz="2219"/>
          </a:p>
        </p:txBody>
      </p:sp>
      <p:sp>
        <p:nvSpPr>
          <p:cNvPr id="11" name="Text 6">
            <a:extLst xmlns:a="http://schemas.openxmlformats.org/drawingml/2006/main">
              <a:ext uri="{FF2B5EF4-FFF2-40B4-BE49-F238E27FC236}">
                <a16:creationId xmlns:a16="http://schemas.microsoft.com/office/drawing/2014/main" id="{40269501-8148-41E5-80AD-AACE443F2DE9}"/>
              </a:ext>
            </a:extLst>
          </p:cNvPr>
          <p:cNvSpPr>
            <a:spLocks xmlns:a="http://schemas.openxmlformats.org/drawingml/2006/main" noGrp="1"/>
          </p:cNvSpPr>
          <p:nvPr/>
        </p:nvSpPr>
        <p:spPr>
          <a:xfrm xmlns:a="http://schemas.openxmlformats.org/drawingml/2006/main">
            <a:off x="2095381" y="2968943"/>
            <a:ext cx="2932986" cy="29348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311"/>
              </a:lnSpc>
              <a:buNone/>
            </a:pPr>
            <a:r>
              <a:rPr sz="1849">
                <a:solidFill>
                  <a:srgbClr val="CAD6DE"/>
                </a:solidFill>
                <a:latin typeface="Unbounded"/>
                <a:ea typeface="Unbounded"/>
                <a:cs typeface="Unbounded"/>
              </a:rPr>
              <a:t>Real-Time Monitoring</a:t>
            </a:r>
            <a:endParaRPr sz="1849"/>
          </a:p>
        </p:txBody>
      </p:sp>
      <p:sp>
        <p:nvSpPr>
          <p:cNvPr id="12" name="Text 7">
            <a:extLst xmlns:a="http://schemas.openxmlformats.org/drawingml/2006/main">
              <a:ext uri="{FF2B5EF4-FFF2-40B4-BE49-F238E27FC236}">
                <a16:creationId xmlns:a16="http://schemas.microsoft.com/office/drawing/2014/main" id="{61B2BF15-7D1A-4606-A758-2A81A9A9CEFA}"/>
              </a:ext>
            </a:extLst>
          </p:cNvPr>
          <p:cNvSpPr>
            <a:spLocks xmlns:a="http://schemas.openxmlformats.org/drawingml/2006/main" noGrp="1"/>
          </p:cNvSpPr>
          <p:nvPr/>
        </p:nvSpPr>
        <p:spPr>
          <a:xfrm xmlns:a="http://schemas.openxmlformats.org/drawingml/2006/main">
            <a:off x="2095381" y="3382089"/>
            <a:ext cx="6350198" cy="638413"/>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514"/>
              </a:lnSpc>
              <a:buNone/>
            </a:pPr>
            <a:r>
              <a:rPr sz="1571">
                <a:solidFill>
                  <a:srgbClr val="CAD6DE"/>
                </a:solidFill>
                <a:latin typeface="Cabin"/>
                <a:ea typeface="Cabin"/>
                <a:cs typeface="Cabin"/>
              </a:rPr>
              <a:t>Utilize sensors or image recognition technology to monitor plant health, focusing on leaf color, texture, and growth patterns.</a:t>
            </a:r>
            <a:endParaRPr sz="1571"/>
          </a:p>
        </p:txBody>
      </p:sp>
      <p:sp>
        <p:nvSpPr>
          <p:cNvPr id="13" name="Shape 8">
            <a:extLst xmlns:a="http://schemas.openxmlformats.org/drawingml/2006/main">
              <a:ext uri="{FF2B5EF4-FFF2-40B4-BE49-F238E27FC236}">
                <a16:creationId xmlns:a16="http://schemas.microsoft.com/office/drawing/2014/main" id="{B96D2D02-7D91-4497-A148-B114EB6F9ABB}"/>
              </a:ext>
            </a:extLst>
          </p:cNvPr>
          <p:cNvSpPr>
            <a:spLocks xmlns:a="http://schemas.openxmlformats.org/drawingml/2006/main" noGrp="1"/>
          </p:cNvSpPr>
          <p:nvPr/>
        </p:nvSpPr>
        <p:spPr>
          <a:xfrm xmlns:a="http://schemas.openxmlformats.org/drawingml/2006/main">
            <a:off x="1199376" y="4857036"/>
            <a:ext cx="698421" cy="22860"/>
          </a:xfrm>
          <a:prstGeom xmlns:a="http://schemas.openxmlformats.org/drawingml/2006/main" prst="roundRect">
            <a:avLst>
              <a:gd name="adj" fmla="val 130958"/>
            </a:avLst>
          </a:prstGeom>
          <a:solidFill xmlns:a="http://schemas.openxmlformats.org/drawingml/2006/main">
            <a:srgbClr val="49606E"/>
          </a:solidFill>
        </p:spPr>
      </p:sp>
      <p:sp>
        <p:nvSpPr>
          <p:cNvPr id="14" name="Shape 9">
            <a:extLst xmlns:a="http://schemas.openxmlformats.org/drawingml/2006/main">
              <a:ext uri="{FF2B5EF4-FFF2-40B4-BE49-F238E27FC236}">
                <a16:creationId xmlns:a16="http://schemas.microsoft.com/office/drawing/2014/main" id="{57508DC5-A25D-473A-9D25-3746AE407E70}"/>
              </a:ext>
            </a:extLst>
          </p:cNvPr>
          <p:cNvSpPr>
            <a:spLocks xmlns:a="http://schemas.openxmlformats.org/drawingml/2006/main" noGrp="1"/>
          </p:cNvSpPr>
          <p:nvPr/>
        </p:nvSpPr>
        <p:spPr>
          <a:xfrm xmlns:a="http://schemas.openxmlformats.org/drawingml/2006/main">
            <a:off x="773251" y="4644033"/>
            <a:ext cx="448985" cy="448985"/>
          </a:xfrm>
          <a:prstGeom xmlns:a="http://schemas.openxmlformats.org/drawingml/2006/main" prst="roundRect">
            <a:avLst>
              <a:gd name="adj" fmla="val 6668"/>
            </a:avLst>
          </a:prstGeom>
          <a:solidFill xmlns:a="http://schemas.openxmlformats.org/drawingml/2006/main">
            <a:srgbClr val="304755"/>
          </a:solidFill>
        </p:spPr>
      </p:sp>
      <p:sp>
        <p:nvSpPr>
          <p:cNvPr id="15" name="Text 10">
            <a:extLst xmlns:a="http://schemas.openxmlformats.org/drawingml/2006/main">
              <a:ext uri="{FF2B5EF4-FFF2-40B4-BE49-F238E27FC236}">
                <a16:creationId xmlns:a16="http://schemas.microsoft.com/office/drawing/2014/main" id="{9251C05F-E386-4909-8EAC-92F80D4E1338}"/>
              </a:ext>
            </a:extLst>
          </p:cNvPr>
          <p:cNvSpPr>
            <a:spLocks xmlns:a="http://schemas.openxmlformats.org/drawingml/2006/main" noGrp="1"/>
          </p:cNvSpPr>
          <p:nvPr/>
        </p:nvSpPr>
        <p:spPr>
          <a:xfrm xmlns:a="http://schemas.openxmlformats.org/drawingml/2006/main">
            <a:off x="886599" y="4727615"/>
            <a:ext cx="222290" cy="28170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219"/>
              </a:lnSpc>
              <a:buNone/>
            </a:pPr>
            <a:r>
              <a:rPr sz="2219">
                <a:solidFill>
                  <a:srgbClr val="CAD6DE"/>
                </a:solidFill>
                <a:latin typeface="Unbounded"/>
                <a:ea typeface="Unbounded"/>
                <a:cs typeface="Unbounded"/>
              </a:rPr>
              <a:t>2</a:t>
            </a:r>
            <a:endParaRPr sz="2219"/>
          </a:p>
        </p:txBody>
      </p:sp>
      <p:sp>
        <p:nvSpPr>
          <p:cNvPr id="16" name="Text 11">
            <a:extLst xmlns:a="http://schemas.openxmlformats.org/drawingml/2006/main">
              <a:ext uri="{FF2B5EF4-FFF2-40B4-BE49-F238E27FC236}">
                <a16:creationId xmlns:a16="http://schemas.microsoft.com/office/drawing/2014/main" id="{7A710190-0610-4A2E-97C5-F233F110F0F3}"/>
              </a:ext>
            </a:extLst>
          </p:cNvPr>
          <p:cNvSpPr>
            <a:spLocks xmlns:a="http://schemas.openxmlformats.org/drawingml/2006/main" noGrp="1"/>
          </p:cNvSpPr>
          <p:nvPr/>
        </p:nvSpPr>
        <p:spPr>
          <a:xfrm xmlns:a="http://schemas.openxmlformats.org/drawingml/2006/main">
            <a:off x="2095381" y="4619149"/>
            <a:ext cx="2559129" cy="29348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311"/>
              </a:lnSpc>
              <a:buNone/>
            </a:pPr>
            <a:r>
              <a:rPr sz="1849">
                <a:solidFill>
                  <a:srgbClr val="CAD6DE"/>
                </a:solidFill>
                <a:latin typeface="Unbounded"/>
                <a:ea typeface="Unbounded"/>
                <a:cs typeface="Unbounded"/>
              </a:rPr>
              <a:t>Disease Detection</a:t>
            </a:r>
            <a:endParaRPr sz="1849"/>
          </a:p>
        </p:txBody>
      </p:sp>
      <p:sp>
        <p:nvSpPr>
          <p:cNvPr id="17" name="Text 12">
            <a:extLst xmlns:a="http://schemas.openxmlformats.org/drawingml/2006/main">
              <a:ext uri="{FF2B5EF4-FFF2-40B4-BE49-F238E27FC236}">
                <a16:creationId xmlns:a16="http://schemas.microsoft.com/office/drawing/2014/main" id="{28572AD3-A017-438E-9CE2-AF1E317F1DBE}"/>
              </a:ext>
            </a:extLst>
          </p:cNvPr>
          <p:cNvSpPr>
            <a:spLocks xmlns:a="http://schemas.openxmlformats.org/drawingml/2006/main" noGrp="1"/>
          </p:cNvSpPr>
          <p:nvPr/>
        </p:nvSpPr>
        <p:spPr>
          <a:xfrm xmlns:a="http://schemas.openxmlformats.org/drawingml/2006/main">
            <a:off x="2095381" y="5032296"/>
            <a:ext cx="6350198" cy="638413"/>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514"/>
              </a:lnSpc>
              <a:buNone/>
            </a:pPr>
            <a:r>
              <a:rPr sz="1571">
                <a:solidFill>
                  <a:srgbClr val="CAD6DE"/>
                </a:solidFill>
                <a:latin typeface="Cabin"/>
                <a:ea typeface="Cabin"/>
                <a:cs typeface="Cabin"/>
              </a:rPr>
              <a:t>Early identification of diseases or nutrient deficiencies through detailed plant health analysis.</a:t>
            </a:r>
            <a:endParaRPr sz="1571"/>
          </a:p>
        </p:txBody>
      </p:sp>
      <p:sp>
        <p:nvSpPr>
          <p:cNvPr id="18" name="Shape 13">
            <a:extLst xmlns:a="http://schemas.openxmlformats.org/drawingml/2006/main">
              <a:ext uri="{FF2B5EF4-FFF2-40B4-BE49-F238E27FC236}">
                <a16:creationId xmlns:a16="http://schemas.microsoft.com/office/drawing/2014/main" id="{3571A97D-58FB-454F-9441-2DBAB11A0B3B}"/>
              </a:ext>
            </a:extLst>
          </p:cNvPr>
          <p:cNvSpPr>
            <a:spLocks xmlns:a="http://schemas.openxmlformats.org/drawingml/2006/main" noGrp="1"/>
          </p:cNvSpPr>
          <p:nvPr/>
        </p:nvSpPr>
        <p:spPr>
          <a:xfrm xmlns:a="http://schemas.openxmlformats.org/drawingml/2006/main">
            <a:off x="1199376" y="6507242"/>
            <a:ext cx="698421" cy="22860"/>
          </a:xfrm>
          <a:prstGeom xmlns:a="http://schemas.openxmlformats.org/drawingml/2006/main" prst="roundRect">
            <a:avLst>
              <a:gd name="adj" fmla="val 130958"/>
            </a:avLst>
          </a:prstGeom>
          <a:solidFill xmlns:a="http://schemas.openxmlformats.org/drawingml/2006/main">
            <a:srgbClr val="49606E"/>
          </a:solidFill>
        </p:spPr>
      </p:sp>
      <p:sp>
        <p:nvSpPr>
          <p:cNvPr id="19" name="Shape 14">
            <a:extLst xmlns:a="http://schemas.openxmlformats.org/drawingml/2006/main">
              <a:ext uri="{FF2B5EF4-FFF2-40B4-BE49-F238E27FC236}">
                <a16:creationId xmlns:a16="http://schemas.microsoft.com/office/drawing/2014/main" id="{FA948666-87AF-49A4-BE8B-1981686F4731}"/>
              </a:ext>
            </a:extLst>
          </p:cNvPr>
          <p:cNvSpPr>
            <a:spLocks xmlns:a="http://schemas.openxmlformats.org/drawingml/2006/main" noGrp="1"/>
          </p:cNvSpPr>
          <p:nvPr/>
        </p:nvSpPr>
        <p:spPr>
          <a:xfrm xmlns:a="http://schemas.openxmlformats.org/drawingml/2006/main">
            <a:off x="773251" y="6294239"/>
            <a:ext cx="448985" cy="448985"/>
          </a:xfrm>
          <a:prstGeom xmlns:a="http://schemas.openxmlformats.org/drawingml/2006/main" prst="roundRect">
            <a:avLst>
              <a:gd name="adj" fmla="val 6668"/>
            </a:avLst>
          </a:prstGeom>
          <a:solidFill xmlns:a="http://schemas.openxmlformats.org/drawingml/2006/main">
            <a:srgbClr val="304755"/>
          </a:solidFill>
        </p:spPr>
      </p:sp>
      <p:sp>
        <p:nvSpPr>
          <p:cNvPr id="20" name="Text 15">
            <a:extLst xmlns:a="http://schemas.openxmlformats.org/drawingml/2006/main">
              <a:ext uri="{FF2B5EF4-FFF2-40B4-BE49-F238E27FC236}">
                <a16:creationId xmlns:a16="http://schemas.microsoft.com/office/drawing/2014/main" id="{A4E42C4A-0335-4413-B16C-D2A1A5329C1D}"/>
              </a:ext>
            </a:extLst>
          </p:cNvPr>
          <p:cNvSpPr>
            <a:spLocks xmlns:a="http://schemas.openxmlformats.org/drawingml/2006/main" noGrp="1"/>
          </p:cNvSpPr>
          <p:nvPr/>
        </p:nvSpPr>
        <p:spPr>
          <a:xfrm xmlns:a="http://schemas.openxmlformats.org/drawingml/2006/main">
            <a:off x="884456" y="6377821"/>
            <a:ext cx="226576" cy="28170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219"/>
              </a:lnSpc>
              <a:buNone/>
            </a:pPr>
            <a:r>
              <a:rPr sz="2219">
                <a:solidFill>
                  <a:srgbClr val="CAD6DE"/>
                </a:solidFill>
                <a:latin typeface="Unbounded"/>
                <a:ea typeface="Unbounded"/>
                <a:cs typeface="Unbounded"/>
              </a:rPr>
              <a:t>3</a:t>
            </a:r>
            <a:endParaRPr sz="2219"/>
          </a:p>
        </p:txBody>
      </p:sp>
      <p:sp>
        <p:nvSpPr>
          <p:cNvPr id="21" name="Text 16">
            <a:extLst xmlns:a="http://schemas.openxmlformats.org/drawingml/2006/main">
              <a:ext uri="{FF2B5EF4-FFF2-40B4-BE49-F238E27FC236}">
                <a16:creationId xmlns:a16="http://schemas.microsoft.com/office/drawing/2014/main" id="{544B268E-973B-47C7-BBE6-A3D85BFB5D92}"/>
              </a:ext>
            </a:extLst>
          </p:cNvPr>
          <p:cNvSpPr>
            <a:spLocks xmlns:a="http://schemas.openxmlformats.org/drawingml/2006/main" noGrp="1"/>
          </p:cNvSpPr>
          <p:nvPr/>
        </p:nvSpPr>
        <p:spPr>
          <a:xfrm xmlns:a="http://schemas.openxmlformats.org/drawingml/2006/main">
            <a:off x="2095381" y="6269355"/>
            <a:ext cx="2347912" cy="29348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311"/>
              </a:lnSpc>
              <a:buNone/>
            </a:pPr>
            <a:r>
              <a:rPr sz="1849">
                <a:solidFill>
                  <a:srgbClr val="CAD6DE"/>
                </a:solidFill>
                <a:latin typeface="Unbounded"/>
                <a:ea typeface="Unbounded"/>
                <a:cs typeface="Unbounded"/>
              </a:rPr>
              <a:t>Crop Yield Optimization</a:t>
            </a:r>
            <a:endParaRPr sz="1849"/>
          </a:p>
        </p:txBody>
      </p:sp>
      <p:sp>
        <p:nvSpPr>
          <p:cNvPr id="22" name="Text 17">
            <a:extLst xmlns:a="http://schemas.openxmlformats.org/drawingml/2006/main">
              <a:ext uri="{FF2B5EF4-FFF2-40B4-BE49-F238E27FC236}">
                <a16:creationId xmlns:a16="http://schemas.microsoft.com/office/drawing/2014/main" id="{F910930D-6457-4559-8E15-D86BFD7D5982}"/>
              </a:ext>
            </a:extLst>
          </p:cNvPr>
          <p:cNvSpPr>
            <a:spLocks xmlns:a="http://schemas.openxmlformats.org/drawingml/2006/main" noGrp="1"/>
          </p:cNvSpPr>
          <p:nvPr/>
        </p:nvSpPr>
        <p:spPr>
          <a:xfrm xmlns:a="http://schemas.openxmlformats.org/drawingml/2006/main">
            <a:off x="2095381" y="6682502"/>
            <a:ext cx="6350198" cy="638413"/>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514"/>
              </a:lnSpc>
              <a:buNone/>
            </a:pPr>
            <a:r>
              <a:rPr sz="1571">
                <a:solidFill>
                  <a:srgbClr val="CAD6DE"/>
                </a:solidFill>
                <a:latin typeface="Cabin"/>
                <a:ea typeface="Cabin"/>
                <a:cs typeface="Cabin"/>
              </a:rPr>
              <a:t>Optimizing the yield of the farmer crops, while maintaining the soil nutrients.</a:t>
            </a:r>
            <a:endParaRPr sz="1571"/>
          </a:p>
        </p:txBody>
      </p:sp>
    </p:spTree>
    <p:extLst>
      <p:ext uri="{BB962C8B-B14F-4D97-AF65-F5344CB8AC3E}">
        <p14:creationId xmlns:p14="http://schemas.microsoft.com/office/powerpoint/2010/main" val="18107516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8376c748eed344ad"/>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CA57A887-2367-4A57-8A2C-98F0C88DD3C5}"/>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c41546db59314def"/>
          <a:stretch xmlns:a="http://schemas.openxmlformats.org/drawingml/2006/main">
            <a:fillRect l="0" t="0" r="0" b="0"/>
          </a:stretch>
        </p:blipFill>
        <p:spPr>
          <a:xfrm xmlns:a="http://schemas.openxmlformats.org/drawingml/2006/main">
            <a:off x="9144000" y="0"/>
            <a:ext cx="5486400" cy="8229600"/>
          </a:xfrm>
          <a:prstGeom xmlns:a="http://schemas.openxmlformats.org/drawingml/2006/main" prst="rect">
            <a:avLst/>
          </a:prstGeom>
        </p:spPr>
      </p:pic>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0cf98117bca04af8"/>
          <a:stretch xmlns:a="http://schemas.openxmlformats.org/drawingml/2006/main">
            <a:fillRect l="0" t="0" r="0" b="0"/>
          </a:stretch>
        </p:blipFill>
        <p:spPr>
          <a:xfrm xmlns:a="http://schemas.openxmlformats.org/drawingml/2006/main">
            <a:off x="9452610" y="2325410"/>
            <a:ext cx="4869061" cy="3578781"/>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02E619FC-722D-4A23-B077-A19FECA4AF5D}"/>
              </a:ext>
            </a:extLst>
          </p:cNvPr>
          <p:cNvSpPr>
            <a:spLocks xmlns:a="http://schemas.openxmlformats.org/drawingml/2006/main" noGrp="1"/>
          </p:cNvSpPr>
          <p:nvPr/>
        </p:nvSpPr>
        <p:spPr>
          <a:xfrm xmlns:a="http://schemas.openxmlformats.org/drawingml/2006/main">
            <a:off x="864037" y="1785104"/>
            <a:ext cx="6142434" cy="72604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5718"/>
              </a:lnSpc>
              <a:buNone/>
            </a:pPr>
            <a:r>
              <a:rPr sz="4574">
                <a:solidFill>
                  <a:srgbClr val="FFFFFF"/>
                </a:solidFill>
                <a:latin typeface="Unbounded"/>
                <a:ea typeface="Unbounded"/>
                <a:cs typeface="Unbounded"/>
              </a:rPr>
              <a:t>Technology Stack</a:t>
            </a:r>
            <a:endParaRPr sz="4574"/>
          </a:p>
        </p:txBody>
      </p:sp>
      <p:sp>
        <p:nvSpPr>
          <p:cNvPr id="7" name="Shape 2">
            <a:extLst xmlns:a="http://schemas.openxmlformats.org/drawingml/2006/main">
              <a:ext uri="{FF2B5EF4-FFF2-40B4-BE49-F238E27FC236}">
                <a16:creationId xmlns:a16="http://schemas.microsoft.com/office/drawing/2014/main" id="{C02F08F6-1801-41F0-B8F1-8F4C0477DE65}"/>
              </a:ext>
            </a:extLst>
          </p:cNvPr>
          <p:cNvSpPr>
            <a:spLocks xmlns:a="http://schemas.openxmlformats.org/drawingml/2006/main" noGrp="1"/>
          </p:cNvSpPr>
          <p:nvPr/>
        </p:nvSpPr>
        <p:spPr>
          <a:xfrm xmlns:a="http://schemas.openxmlformats.org/drawingml/2006/main">
            <a:off x="864037" y="2881432"/>
            <a:ext cx="7415927" cy="3563064"/>
          </a:xfrm>
          <a:prstGeom xmlns:a="http://schemas.openxmlformats.org/drawingml/2006/main" prst="roundRect">
            <a:avLst>
              <a:gd name="adj" fmla="val 1039"/>
            </a:avLst>
          </a:prstGeom>
          <a:noFill xmlns:a="http://schemas.openxmlformats.org/drawingml/2006/main"/>
          <a:ln xmlns:a="http://schemas.openxmlformats.org/drawingml/2006/main" w="15240">
            <a:solidFill>
              <a:srgbClr val="FFFFFF">
                <a:alpha val="24000"/>
              </a:srgbClr>
            </a:solidFill>
            <a:prstDash val="solid"/>
          </a:ln>
        </p:spPr>
      </p:sp>
      <p:sp>
        <p:nvSpPr>
          <p:cNvPr id="8" name="Shape 3">
            <a:extLst xmlns:a="http://schemas.openxmlformats.org/drawingml/2006/main">
              <a:ext uri="{FF2B5EF4-FFF2-40B4-BE49-F238E27FC236}">
                <a16:creationId xmlns:a16="http://schemas.microsoft.com/office/drawing/2014/main" id="{833F91B7-79E1-470C-BAFA-7708FEAD922C}"/>
              </a:ext>
            </a:extLst>
          </p:cNvPr>
          <p:cNvSpPr>
            <a:spLocks xmlns:a="http://schemas.openxmlformats.org/drawingml/2006/main" noGrp="1"/>
          </p:cNvSpPr>
          <p:nvPr/>
        </p:nvSpPr>
        <p:spPr>
          <a:xfrm xmlns:a="http://schemas.openxmlformats.org/drawingml/2006/main">
            <a:off x="879277" y="2896672"/>
            <a:ext cx="7385447" cy="706517"/>
          </a:xfrm>
          <a:prstGeom xmlns:a="http://schemas.openxmlformats.org/drawingml/2006/main" prst="rect">
            <a:avLst/>
          </a:prstGeom>
          <a:solidFill xmlns:a="http://schemas.openxmlformats.org/drawingml/2006/main">
            <a:srgbClr val="FFFFFF">
              <a:alpha val="4000"/>
            </a:srgbClr>
          </a:solidFill>
        </p:spPr>
      </p:sp>
      <p:sp>
        <p:nvSpPr>
          <p:cNvPr id="9" name="Text 4">
            <a:extLst xmlns:a="http://schemas.openxmlformats.org/drawingml/2006/main">
              <a:ext uri="{FF2B5EF4-FFF2-40B4-BE49-F238E27FC236}">
                <a16:creationId xmlns:a16="http://schemas.microsoft.com/office/drawing/2014/main" id="{C1CCB921-55B8-4870-84D3-52D1A211E9D8}"/>
              </a:ext>
            </a:extLst>
          </p:cNvPr>
          <p:cNvSpPr>
            <a:spLocks xmlns:a="http://schemas.openxmlformats.org/drawingml/2006/main" noGrp="1"/>
          </p:cNvSpPr>
          <p:nvPr/>
        </p:nvSpPr>
        <p:spPr>
          <a:xfrm xmlns:a="http://schemas.openxmlformats.org/drawingml/2006/main">
            <a:off x="1126093" y="3052405"/>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Front-End</a:t>
            </a:r>
            <a:endParaRPr sz="1944"/>
          </a:p>
        </p:txBody>
      </p:sp>
      <p:sp>
        <p:nvSpPr>
          <p:cNvPr id="10" name="Text 5">
            <a:extLst xmlns:a="http://schemas.openxmlformats.org/drawingml/2006/main">
              <a:ext uri="{FF2B5EF4-FFF2-40B4-BE49-F238E27FC236}">
                <a16:creationId xmlns:a16="http://schemas.microsoft.com/office/drawing/2014/main" id="{B088709A-3BD6-4292-9B14-4038D7C0277A}"/>
              </a:ext>
            </a:extLst>
          </p:cNvPr>
          <p:cNvSpPr>
            <a:spLocks xmlns:a="http://schemas.openxmlformats.org/drawingml/2006/main" noGrp="1"/>
          </p:cNvSpPr>
          <p:nvPr/>
        </p:nvSpPr>
        <p:spPr>
          <a:xfrm xmlns:a="http://schemas.openxmlformats.org/drawingml/2006/main">
            <a:off x="4822627" y="3052405"/>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HTML, CSS, JavaScript</a:t>
            </a:r>
            <a:endParaRPr sz="1944"/>
          </a:p>
        </p:txBody>
      </p:sp>
      <p:sp>
        <p:nvSpPr>
          <p:cNvPr id="11" name="Shape 6">
            <a:extLst xmlns:a="http://schemas.openxmlformats.org/drawingml/2006/main">
              <a:ext uri="{FF2B5EF4-FFF2-40B4-BE49-F238E27FC236}">
                <a16:creationId xmlns:a16="http://schemas.microsoft.com/office/drawing/2014/main" id="{1BF78A18-FAD0-4597-9BF6-61AD2D7A98FE}"/>
              </a:ext>
            </a:extLst>
          </p:cNvPr>
          <p:cNvSpPr>
            <a:spLocks xmlns:a="http://schemas.openxmlformats.org/drawingml/2006/main" noGrp="1"/>
          </p:cNvSpPr>
          <p:nvPr/>
        </p:nvSpPr>
        <p:spPr>
          <a:xfrm xmlns:a="http://schemas.openxmlformats.org/drawingml/2006/main">
            <a:off x="879277" y="3603188"/>
            <a:ext cx="7385447" cy="706517"/>
          </a:xfrm>
          <a:prstGeom xmlns:a="http://schemas.openxmlformats.org/drawingml/2006/main" prst="rect">
            <a:avLst/>
          </a:prstGeom>
          <a:solidFill xmlns:a="http://schemas.openxmlformats.org/drawingml/2006/main">
            <a:srgbClr val="000000">
              <a:alpha val="4000"/>
            </a:srgbClr>
          </a:solidFill>
        </p:spPr>
      </p:sp>
      <p:sp>
        <p:nvSpPr>
          <p:cNvPr id="12" name="Text 7">
            <a:extLst xmlns:a="http://schemas.openxmlformats.org/drawingml/2006/main">
              <a:ext uri="{FF2B5EF4-FFF2-40B4-BE49-F238E27FC236}">
                <a16:creationId xmlns:a16="http://schemas.microsoft.com/office/drawing/2014/main" id="{0E1BB9A1-1463-4A15-9A27-85D3E4327933}"/>
              </a:ext>
            </a:extLst>
          </p:cNvPr>
          <p:cNvSpPr>
            <a:spLocks xmlns:a="http://schemas.openxmlformats.org/drawingml/2006/main" noGrp="1"/>
          </p:cNvSpPr>
          <p:nvPr/>
        </p:nvSpPr>
        <p:spPr>
          <a:xfrm xmlns:a="http://schemas.openxmlformats.org/drawingml/2006/main">
            <a:off x="1126093" y="3758922"/>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Back-End</a:t>
            </a:r>
            <a:endParaRPr sz="1944"/>
          </a:p>
        </p:txBody>
      </p:sp>
      <p:sp>
        <p:nvSpPr>
          <p:cNvPr id="13" name="Text 8">
            <a:extLst xmlns:a="http://schemas.openxmlformats.org/drawingml/2006/main">
              <a:ext uri="{FF2B5EF4-FFF2-40B4-BE49-F238E27FC236}">
                <a16:creationId xmlns:a16="http://schemas.microsoft.com/office/drawing/2014/main" id="{F8E50FF5-1AE1-4E3A-BAA3-ED3167C025F8}"/>
              </a:ext>
            </a:extLst>
          </p:cNvPr>
          <p:cNvSpPr>
            <a:spLocks xmlns:a="http://schemas.openxmlformats.org/drawingml/2006/main" noGrp="1"/>
          </p:cNvSpPr>
          <p:nvPr/>
        </p:nvSpPr>
        <p:spPr>
          <a:xfrm xmlns:a="http://schemas.openxmlformats.org/drawingml/2006/main">
            <a:off x="4822627" y="3758922"/>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Python,  JavaScript</a:t>
            </a:r>
            <a:endParaRPr sz="1944"/>
          </a:p>
        </p:txBody>
      </p:sp>
      <p:sp>
        <p:nvSpPr>
          <p:cNvPr id="14" name="Shape 9">
            <a:extLst xmlns:a="http://schemas.openxmlformats.org/drawingml/2006/main">
              <a:ext uri="{FF2B5EF4-FFF2-40B4-BE49-F238E27FC236}">
                <a16:creationId xmlns:a16="http://schemas.microsoft.com/office/drawing/2014/main" id="{D98E2244-D2D6-4AF8-B7C1-875DF8746DAD}"/>
              </a:ext>
            </a:extLst>
          </p:cNvPr>
          <p:cNvSpPr>
            <a:spLocks xmlns:a="http://schemas.openxmlformats.org/drawingml/2006/main" noGrp="1"/>
          </p:cNvSpPr>
          <p:nvPr/>
        </p:nvSpPr>
        <p:spPr>
          <a:xfrm xmlns:a="http://schemas.openxmlformats.org/drawingml/2006/main">
            <a:off x="879277" y="4309705"/>
            <a:ext cx="7385447" cy="706517"/>
          </a:xfrm>
          <a:prstGeom xmlns:a="http://schemas.openxmlformats.org/drawingml/2006/main" prst="rect">
            <a:avLst/>
          </a:prstGeom>
          <a:solidFill xmlns:a="http://schemas.openxmlformats.org/drawingml/2006/main">
            <a:srgbClr val="FFFFFF">
              <a:alpha val="4000"/>
            </a:srgbClr>
          </a:solidFill>
        </p:spPr>
      </p:sp>
      <p:sp>
        <p:nvSpPr>
          <p:cNvPr id="15" name="Text 10">
            <a:extLst xmlns:a="http://schemas.openxmlformats.org/drawingml/2006/main">
              <a:ext uri="{FF2B5EF4-FFF2-40B4-BE49-F238E27FC236}">
                <a16:creationId xmlns:a16="http://schemas.microsoft.com/office/drawing/2014/main" id="{DB3E1E03-6D0F-49F1-B48C-8228808E3746}"/>
              </a:ext>
            </a:extLst>
          </p:cNvPr>
          <p:cNvSpPr>
            <a:spLocks xmlns:a="http://schemas.openxmlformats.org/drawingml/2006/main" noGrp="1"/>
          </p:cNvSpPr>
          <p:nvPr/>
        </p:nvSpPr>
        <p:spPr>
          <a:xfrm xmlns:a="http://schemas.openxmlformats.org/drawingml/2006/main">
            <a:off x="1126093" y="4465439"/>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Machine Learning</a:t>
            </a:r>
            <a:endParaRPr sz="1944"/>
          </a:p>
        </p:txBody>
      </p:sp>
      <p:sp>
        <p:nvSpPr>
          <p:cNvPr id="16" name="Text 11">
            <a:extLst xmlns:a="http://schemas.openxmlformats.org/drawingml/2006/main">
              <a:ext uri="{FF2B5EF4-FFF2-40B4-BE49-F238E27FC236}">
                <a16:creationId xmlns:a16="http://schemas.microsoft.com/office/drawing/2014/main" id="{4AA65557-1505-40DD-8A86-400B0D044A1C}"/>
              </a:ext>
            </a:extLst>
          </p:cNvPr>
          <p:cNvSpPr>
            <a:spLocks xmlns:a="http://schemas.openxmlformats.org/drawingml/2006/main" noGrp="1"/>
          </p:cNvSpPr>
          <p:nvPr/>
        </p:nvSpPr>
        <p:spPr>
          <a:xfrm xmlns:a="http://schemas.openxmlformats.org/drawingml/2006/main">
            <a:off x="4822627" y="4465439"/>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TensorFlow , Computer Vision</a:t>
            </a:r>
            <a:endParaRPr sz="1944"/>
          </a:p>
        </p:txBody>
      </p:sp>
      <p:sp>
        <p:nvSpPr>
          <p:cNvPr id="17" name="Shape 12">
            <a:extLst xmlns:a="http://schemas.openxmlformats.org/drawingml/2006/main">
              <a:ext uri="{FF2B5EF4-FFF2-40B4-BE49-F238E27FC236}">
                <a16:creationId xmlns:a16="http://schemas.microsoft.com/office/drawing/2014/main" id="{EAD20E17-FCF8-4922-9287-B3F1FD85EAF6}"/>
              </a:ext>
            </a:extLst>
          </p:cNvPr>
          <p:cNvSpPr>
            <a:spLocks xmlns:a="http://schemas.openxmlformats.org/drawingml/2006/main" noGrp="1"/>
          </p:cNvSpPr>
          <p:nvPr/>
        </p:nvSpPr>
        <p:spPr>
          <a:xfrm xmlns:a="http://schemas.openxmlformats.org/drawingml/2006/main">
            <a:off x="879277" y="5016222"/>
            <a:ext cx="7385447" cy="706517"/>
          </a:xfrm>
          <a:prstGeom xmlns:a="http://schemas.openxmlformats.org/drawingml/2006/main" prst="rect">
            <a:avLst/>
          </a:prstGeom>
          <a:solidFill xmlns:a="http://schemas.openxmlformats.org/drawingml/2006/main">
            <a:srgbClr val="000000">
              <a:alpha val="4000"/>
            </a:srgbClr>
          </a:solidFill>
        </p:spPr>
      </p:sp>
      <p:sp>
        <p:nvSpPr>
          <p:cNvPr id="18" name="Text 13">
            <a:extLst xmlns:a="http://schemas.openxmlformats.org/drawingml/2006/main">
              <a:ext uri="{FF2B5EF4-FFF2-40B4-BE49-F238E27FC236}">
                <a16:creationId xmlns:a16="http://schemas.microsoft.com/office/drawing/2014/main" id="{EBA94B67-0103-472D-B116-BA7098501C40}"/>
              </a:ext>
            </a:extLst>
          </p:cNvPr>
          <p:cNvSpPr>
            <a:spLocks xmlns:a="http://schemas.openxmlformats.org/drawingml/2006/main" noGrp="1"/>
          </p:cNvSpPr>
          <p:nvPr/>
        </p:nvSpPr>
        <p:spPr>
          <a:xfrm xmlns:a="http://schemas.openxmlformats.org/drawingml/2006/main">
            <a:off x="1126093" y="5171956"/>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Database</a:t>
            </a:r>
            <a:endParaRPr sz="1944"/>
          </a:p>
        </p:txBody>
      </p:sp>
      <p:sp>
        <p:nvSpPr>
          <p:cNvPr id="19" name="Text 14">
            <a:extLst xmlns:a="http://schemas.openxmlformats.org/drawingml/2006/main">
              <a:ext uri="{FF2B5EF4-FFF2-40B4-BE49-F238E27FC236}">
                <a16:creationId xmlns:a16="http://schemas.microsoft.com/office/drawing/2014/main" id="{225BFA00-61DC-4285-B160-ED09C3AD6043}"/>
              </a:ext>
            </a:extLst>
          </p:cNvPr>
          <p:cNvSpPr>
            <a:spLocks xmlns:a="http://schemas.openxmlformats.org/drawingml/2006/main" noGrp="1"/>
          </p:cNvSpPr>
          <p:nvPr/>
        </p:nvSpPr>
        <p:spPr>
          <a:xfrm xmlns:a="http://schemas.openxmlformats.org/drawingml/2006/main">
            <a:off x="4822627" y="5171956"/>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MongoDB or Firebase</a:t>
            </a:r>
            <a:endParaRPr sz="1944"/>
          </a:p>
        </p:txBody>
      </p:sp>
      <p:sp>
        <p:nvSpPr>
          <p:cNvPr id="20" name="Shape 15">
            <a:extLst xmlns:a="http://schemas.openxmlformats.org/drawingml/2006/main">
              <a:ext uri="{FF2B5EF4-FFF2-40B4-BE49-F238E27FC236}">
                <a16:creationId xmlns:a16="http://schemas.microsoft.com/office/drawing/2014/main" id="{1934192C-0385-4EA6-8915-9CAD908123E4}"/>
              </a:ext>
            </a:extLst>
          </p:cNvPr>
          <p:cNvSpPr>
            <a:spLocks xmlns:a="http://schemas.openxmlformats.org/drawingml/2006/main" noGrp="1"/>
          </p:cNvSpPr>
          <p:nvPr/>
        </p:nvSpPr>
        <p:spPr>
          <a:xfrm xmlns:a="http://schemas.openxmlformats.org/drawingml/2006/main">
            <a:off x="879277" y="5722739"/>
            <a:ext cx="7385447" cy="706517"/>
          </a:xfrm>
          <a:prstGeom xmlns:a="http://schemas.openxmlformats.org/drawingml/2006/main" prst="rect">
            <a:avLst/>
          </a:prstGeom>
          <a:solidFill xmlns:a="http://schemas.openxmlformats.org/drawingml/2006/main">
            <a:srgbClr val="FFFFFF">
              <a:alpha val="4000"/>
            </a:srgbClr>
          </a:solidFill>
        </p:spPr>
        <p:txBody>
          <a:bodyPr xmlns:a="http://schemas.openxmlformats.org/drawingml/2006/main"/>
          <a:lstStyle xmlns:a="http://schemas.openxmlformats.org/drawingml/2006/main"/>
          <a:p xmlns:a="http://schemas.openxmlformats.org/drawingml/2006/main">
            <a:endParaRPr/>
          </a:p>
        </p:txBody>
      </p:sp>
      <p:sp>
        <p:nvSpPr>
          <p:cNvPr id="21" name="Text 16">
            <a:extLst xmlns:a="http://schemas.openxmlformats.org/drawingml/2006/main">
              <a:ext uri="{FF2B5EF4-FFF2-40B4-BE49-F238E27FC236}">
                <a16:creationId xmlns:a16="http://schemas.microsoft.com/office/drawing/2014/main" id="{68B08470-43F4-4D5B-8628-54F89DA5A576}"/>
              </a:ext>
            </a:extLst>
          </p:cNvPr>
          <p:cNvSpPr>
            <a:spLocks xmlns:a="http://schemas.openxmlformats.org/drawingml/2006/main" noGrp="1"/>
          </p:cNvSpPr>
          <p:nvPr/>
        </p:nvSpPr>
        <p:spPr>
          <a:xfrm xmlns:a="http://schemas.openxmlformats.org/drawingml/2006/main">
            <a:off x="1126093" y="5878473"/>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Dataset</a:t>
            </a:r>
            <a:endParaRPr sz="1944"/>
          </a:p>
        </p:txBody>
      </p:sp>
      <p:sp>
        <p:nvSpPr>
          <p:cNvPr id="22" name="Text 17">
            <a:extLst xmlns:a="http://schemas.openxmlformats.org/drawingml/2006/main">
              <a:ext uri="{FF2B5EF4-FFF2-40B4-BE49-F238E27FC236}">
                <a16:creationId xmlns:a16="http://schemas.microsoft.com/office/drawing/2014/main" id="{E7F92DB7-47FF-4326-9DB9-A37525BA5215}"/>
              </a:ext>
            </a:extLst>
          </p:cNvPr>
          <p:cNvSpPr>
            <a:spLocks xmlns:a="http://schemas.openxmlformats.org/drawingml/2006/main" noGrp="1"/>
          </p:cNvSpPr>
          <p:nvPr/>
        </p:nvSpPr>
        <p:spPr>
          <a:xfrm xmlns:a="http://schemas.openxmlformats.org/drawingml/2006/main">
            <a:off x="4822627" y="5878473"/>
            <a:ext cx="3195280" cy="39504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Public Dataset, Kaggle Dataset</a:t>
            </a:r>
            <a:endParaRPr sz="1944"/>
          </a:p>
        </p:txBody>
      </p:sp>
    </p:spTree>
    <p:extLst>
      <p:ext uri="{BB962C8B-B14F-4D97-AF65-F5344CB8AC3E}">
        <p14:creationId xmlns:p14="http://schemas.microsoft.com/office/powerpoint/2010/main" val="15466782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5856e78b1bc3489f"/>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B0309516-0B04-434C-ABD9-B4D82DC1D562}"/>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d39496708c014dca"/>
          <a:stretch xmlns:a="http://schemas.openxmlformats.org/drawingml/2006/main">
            <a:fillRect l="0" t="0" r="0" b="0"/>
          </a:stretch>
        </p:blipFill>
        <p:spPr>
          <a:xfrm xmlns:a="http://schemas.openxmlformats.org/drawingml/2006/main">
            <a:off x="9144000" y="0"/>
            <a:ext cx="5486400" cy="8229600"/>
          </a:xfrm>
          <a:prstGeom xmlns:a="http://schemas.openxmlformats.org/drawingml/2006/main" prst="rect">
            <a:avLst/>
          </a:prstGeom>
        </p:spPr>
      </p:pic>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b16fd1329a4b4b12"/>
          <a:stretch xmlns:a="http://schemas.openxmlformats.org/drawingml/2006/main">
            <a:fillRect l="0" t="0" r="0" b="0"/>
          </a:stretch>
        </p:blipFill>
        <p:spPr>
          <a:xfrm xmlns:a="http://schemas.openxmlformats.org/drawingml/2006/main">
            <a:off x="9407366" y="2719864"/>
            <a:ext cx="4959548" cy="2789753"/>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3E935EFB-0E00-42D0-B6EE-57F897B9C665}"/>
              </a:ext>
            </a:extLst>
          </p:cNvPr>
          <p:cNvSpPr>
            <a:spLocks xmlns:a="http://schemas.openxmlformats.org/drawingml/2006/main" noGrp="1"/>
          </p:cNvSpPr>
          <p:nvPr/>
        </p:nvSpPr>
        <p:spPr>
          <a:xfrm xmlns:a="http://schemas.openxmlformats.org/drawingml/2006/main">
            <a:off x="737711" y="747713"/>
            <a:ext cx="4959548" cy="619958"/>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4881"/>
              </a:lnSpc>
              <a:buNone/>
            </a:pPr>
            <a:r>
              <a:rPr sz="3905">
                <a:solidFill>
                  <a:srgbClr val="FFFFFF"/>
                </a:solidFill>
                <a:latin typeface="Unbounded"/>
                <a:ea typeface="Unbounded"/>
                <a:cs typeface="Unbounded"/>
              </a:rPr>
              <a:t>Target Audience</a:t>
            </a:r>
            <a:endParaRPr sz="3905"/>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df2c2ce384404328"/>
          <a:stretch xmlns:a="http://schemas.openxmlformats.org/drawingml/2006/main">
            <a:fillRect l="0" t="0" r="0" b="0"/>
          </a:stretch>
        </p:blipFill>
        <p:spPr>
          <a:xfrm xmlns:a="http://schemas.openxmlformats.org/drawingml/2006/main">
            <a:off x="737711" y="1683782"/>
            <a:ext cx="526852" cy="526852"/>
          </a:xfrm>
          <a:prstGeom xmlns:a="http://schemas.openxmlformats.org/drawingml/2006/main" prst="rect">
            <a:avLst/>
          </a:prstGeom>
        </p:spPr>
      </p:pic>
      <p:sp>
        <p:nvSpPr>
          <p:cNvPr id="8" name="Text 2">
            <a:extLst xmlns:a="http://schemas.openxmlformats.org/drawingml/2006/main">
              <a:ext uri="{FF2B5EF4-FFF2-40B4-BE49-F238E27FC236}">
                <a16:creationId xmlns:a16="http://schemas.microsoft.com/office/drawing/2014/main" id="{A0B7A2EE-2716-49CA-8E38-2FA964E52820}"/>
              </a:ext>
            </a:extLst>
          </p:cNvPr>
          <p:cNvSpPr>
            <a:spLocks xmlns:a="http://schemas.openxmlformats.org/drawingml/2006/main" noGrp="1"/>
          </p:cNvSpPr>
          <p:nvPr/>
        </p:nvSpPr>
        <p:spPr>
          <a:xfrm xmlns:a="http://schemas.openxmlformats.org/drawingml/2006/main">
            <a:off x="737711" y="2421374"/>
            <a:ext cx="2479715" cy="309920"/>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441"/>
              </a:lnSpc>
              <a:buNone/>
            </a:pPr>
            <a:r>
              <a:rPr sz="1953">
                <a:solidFill>
                  <a:srgbClr val="CAD6DE"/>
                </a:solidFill>
                <a:latin typeface="Unbounded"/>
                <a:ea typeface="Unbounded"/>
                <a:cs typeface="Unbounded"/>
              </a:rPr>
              <a:t>Farmers</a:t>
            </a:r>
            <a:endParaRPr sz="1953"/>
          </a:p>
        </p:txBody>
      </p:sp>
      <p:sp>
        <p:nvSpPr>
          <p:cNvPr id="9" name="Text 3">
            <a:extLst xmlns:a="http://schemas.openxmlformats.org/drawingml/2006/main">
              <a:ext uri="{FF2B5EF4-FFF2-40B4-BE49-F238E27FC236}">
                <a16:creationId xmlns:a16="http://schemas.microsoft.com/office/drawing/2014/main" id="{ABC5907D-76D5-466C-BB32-F099FD9943F5}"/>
              </a:ext>
            </a:extLst>
          </p:cNvPr>
          <p:cNvSpPr>
            <a:spLocks xmlns:a="http://schemas.openxmlformats.org/drawingml/2006/main" noGrp="1"/>
          </p:cNvSpPr>
          <p:nvPr/>
        </p:nvSpPr>
        <p:spPr>
          <a:xfrm xmlns:a="http://schemas.openxmlformats.org/drawingml/2006/main">
            <a:off x="737711" y="2857738"/>
            <a:ext cx="7668578" cy="337185"/>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656"/>
              </a:lnSpc>
              <a:buNone/>
            </a:pPr>
            <a:r>
              <a:rPr sz="1660">
                <a:solidFill>
                  <a:srgbClr val="CAD6DE"/>
                </a:solidFill>
                <a:latin typeface="Cabin"/>
                <a:ea typeface="Cabin"/>
                <a:cs typeface="Cabin"/>
              </a:rPr>
              <a:t>Seeking to optimize crop production through precise farming practices.</a:t>
            </a:r>
            <a:endParaRPr sz="1660"/>
          </a:p>
        </p:txBody>
      </p:sp>
      <p:pic>
        <p:nvPicPr>
          <p:cNvPr id="30" name="Image 4"/>
          <p:cNvPicPr>
            <a:picLocks xmlns:a="http://schemas.openxmlformats.org/drawingml/2006/main" noChangeAspect="1"/>
          </p:cNvPicPr>
          <p:nvPr/>
        </p:nvPicPr>
        <p:blipFill>
          <a:blip xmlns:r="http://schemas.openxmlformats.org/officeDocument/2006/relationships" xmlns:a="http://schemas.openxmlformats.org/drawingml/2006/main" r:embed="R8541cc9cb4a44294"/>
          <a:stretch xmlns:a="http://schemas.openxmlformats.org/drawingml/2006/main">
            <a:fillRect l="0" t="0" r="0" b="0"/>
          </a:stretch>
        </p:blipFill>
        <p:spPr>
          <a:xfrm xmlns:a="http://schemas.openxmlformats.org/drawingml/2006/main">
            <a:off x="737711" y="3827264"/>
            <a:ext cx="526852" cy="526852"/>
          </a:xfrm>
          <a:prstGeom xmlns:a="http://schemas.openxmlformats.org/drawingml/2006/main" prst="rect">
            <a:avLst/>
          </a:prstGeom>
        </p:spPr>
      </p:pic>
      <p:sp>
        <p:nvSpPr>
          <p:cNvPr id="11" name="Text 4">
            <a:extLst xmlns:a="http://schemas.openxmlformats.org/drawingml/2006/main">
              <a:ext uri="{FF2B5EF4-FFF2-40B4-BE49-F238E27FC236}">
                <a16:creationId xmlns:a16="http://schemas.microsoft.com/office/drawing/2014/main" id="{3A487637-DF57-465C-A953-1A6697B070C6}"/>
              </a:ext>
            </a:extLst>
          </p:cNvPr>
          <p:cNvSpPr>
            <a:spLocks xmlns:a="http://schemas.openxmlformats.org/drawingml/2006/main" noGrp="1"/>
          </p:cNvSpPr>
          <p:nvPr/>
        </p:nvSpPr>
        <p:spPr>
          <a:xfrm xmlns:a="http://schemas.openxmlformats.org/drawingml/2006/main">
            <a:off x="737711" y="4564856"/>
            <a:ext cx="3632835" cy="309920"/>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441"/>
              </a:lnSpc>
              <a:buNone/>
            </a:pPr>
            <a:r>
              <a:rPr sz="1953">
                <a:solidFill>
                  <a:srgbClr val="CAD6DE"/>
                </a:solidFill>
                <a:latin typeface="Unbounded"/>
                <a:ea typeface="Unbounded"/>
                <a:cs typeface="Unbounded"/>
              </a:rPr>
              <a:t>Agricultural Consultants</a:t>
            </a:r>
            <a:endParaRPr sz="1953"/>
          </a:p>
        </p:txBody>
      </p:sp>
      <p:sp>
        <p:nvSpPr>
          <p:cNvPr id="12" name="Text 5">
            <a:extLst xmlns:a="http://schemas.openxmlformats.org/drawingml/2006/main">
              <a:ext uri="{FF2B5EF4-FFF2-40B4-BE49-F238E27FC236}">
                <a16:creationId xmlns:a16="http://schemas.microsoft.com/office/drawing/2014/main" id="{6B359FDA-86D2-4B2C-B13D-87D8755293CF}"/>
              </a:ext>
            </a:extLst>
          </p:cNvPr>
          <p:cNvSpPr>
            <a:spLocks xmlns:a="http://schemas.openxmlformats.org/drawingml/2006/main" noGrp="1"/>
          </p:cNvSpPr>
          <p:nvPr/>
        </p:nvSpPr>
        <p:spPr>
          <a:xfrm xmlns:a="http://schemas.openxmlformats.org/drawingml/2006/main">
            <a:off x="737711" y="5001220"/>
            <a:ext cx="7668578" cy="337185"/>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656"/>
              </a:lnSpc>
              <a:buNone/>
            </a:pPr>
            <a:r>
              <a:rPr sz="1660">
                <a:solidFill>
                  <a:srgbClr val="CAD6DE"/>
                </a:solidFill>
                <a:latin typeface="Cabin"/>
                <a:ea typeface="Cabin"/>
                <a:cs typeface="Cabin"/>
              </a:rPr>
              <a:t>Needing advanced tools to provide data-driven advice to clients.</a:t>
            </a:r>
            <a:endParaRPr sz="1660"/>
          </a:p>
        </p:txBody>
      </p:sp>
      <p:pic>
        <p:nvPicPr>
          <p:cNvPr id="33" name="Image 5"/>
          <p:cNvPicPr>
            <a:picLocks xmlns:a="http://schemas.openxmlformats.org/drawingml/2006/main" noChangeAspect="1"/>
          </p:cNvPicPr>
          <p:nvPr/>
        </p:nvPicPr>
        <p:blipFill>
          <a:blip xmlns:r="http://schemas.openxmlformats.org/officeDocument/2006/relationships" xmlns:a="http://schemas.openxmlformats.org/drawingml/2006/main" r:embed="R007ed49d8d224f5c"/>
          <a:stretch xmlns:a="http://schemas.openxmlformats.org/drawingml/2006/main">
            <a:fillRect l="0" t="0" r="0" b="0"/>
          </a:stretch>
        </p:blipFill>
        <p:spPr>
          <a:xfrm xmlns:a="http://schemas.openxmlformats.org/drawingml/2006/main">
            <a:off x="737711" y="5970746"/>
            <a:ext cx="526852" cy="526852"/>
          </a:xfrm>
          <a:prstGeom xmlns:a="http://schemas.openxmlformats.org/drawingml/2006/main" prst="rect">
            <a:avLst/>
          </a:prstGeom>
        </p:spPr>
      </p:pic>
      <p:sp>
        <p:nvSpPr>
          <p:cNvPr id="14" name="Text 6">
            <a:extLst xmlns:a="http://schemas.openxmlformats.org/drawingml/2006/main">
              <a:ext uri="{FF2B5EF4-FFF2-40B4-BE49-F238E27FC236}">
                <a16:creationId xmlns:a16="http://schemas.microsoft.com/office/drawing/2014/main" id="{7C50727D-F41C-411F-99BA-6F1EF1A38C10}"/>
              </a:ext>
            </a:extLst>
          </p:cNvPr>
          <p:cNvSpPr>
            <a:spLocks xmlns:a="http://schemas.openxmlformats.org/drawingml/2006/main" noGrp="1"/>
          </p:cNvSpPr>
          <p:nvPr/>
        </p:nvSpPr>
        <p:spPr>
          <a:xfrm xmlns:a="http://schemas.openxmlformats.org/drawingml/2006/main">
            <a:off x="737711" y="6708338"/>
            <a:ext cx="5060990" cy="309920"/>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441"/>
              </a:lnSpc>
              <a:buNone/>
            </a:pPr>
            <a:r>
              <a:rPr sz="1953">
                <a:solidFill>
                  <a:srgbClr val="CAD6DE"/>
                </a:solidFill>
                <a:latin typeface="Unbounded"/>
                <a:ea typeface="Unbounded"/>
                <a:cs typeface="Unbounded"/>
              </a:rPr>
              <a:t>Sustainable Farming Practitioners</a:t>
            </a:r>
            <a:endParaRPr sz="1953"/>
          </a:p>
        </p:txBody>
      </p:sp>
      <p:sp>
        <p:nvSpPr>
          <p:cNvPr id="15" name="Text 7">
            <a:extLst xmlns:a="http://schemas.openxmlformats.org/drawingml/2006/main">
              <a:ext uri="{FF2B5EF4-FFF2-40B4-BE49-F238E27FC236}">
                <a16:creationId xmlns:a16="http://schemas.microsoft.com/office/drawing/2014/main" id="{183ABCC9-5C99-4AFB-B542-6F8D45EB25DA}"/>
              </a:ext>
            </a:extLst>
          </p:cNvPr>
          <p:cNvSpPr>
            <a:spLocks xmlns:a="http://schemas.openxmlformats.org/drawingml/2006/main" noGrp="1"/>
          </p:cNvSpPr>
          <p:nvPr/>
        </p:nvSpPr>
        <p:spPr>
          <a:xfrm xmlns:a="http://schemas.openxmlformats.org/drawingml/2006/main">
            <a:off x="737711" y="7144703"/>
            <a:ext cx="7668578" cy="337185"/>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656"/>
              </a:lnSpc>
              <a:buNone/>
            </a:pPr>
            <a:r>
              <a:rPr sz="1660">
                <a:solidFill>
                  <a:srgbClr val="CAD6DE"/>
                </a:solidFill>
                <a:latin typeface="Cabin"/>
                <a:ea typeface="Cabin"/>
                <a:cs typeface="Cabin"/>
              </a:rPr>
              <a:t>Focused on reducing chemical usage and enhancing natural resource management.</a:t>
            </a:r>
            <a:endParaRPr sz="1660"/>
          </a:p>
        </p:txBody>
      </p:sp>
    </p:spTree>
    <p:extLst>
      <p:ext uri="{BB962C8B-B14F-4D97-AF65-F5344CB8AC3E}">
        <p14:creationId xmlns:p14="http://schemas.microsoft.com/office/powerpoint/2010/main" val="18314405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d2880f7c70fb4e7b"/>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DD8B776A-AFC4-4526-9054-52233A5D5A97}"/>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sp>
        <p:nvSpPr>
          <p:cNvPr id="4" name="Text 1">
            <a:extLst xmlns:a="http://schemas.openxmlformats.org/drawingml/2006/main">
              <a:ext uri="{FF2B5EF4-FFF2-40B4-BE49-F238E27FC236}">
                <a16:creationId xmlns:a16="http://schemas.microsoft.com/office/drawing/2014/main" id="{DEEEFE61-C855-4370-B151-AE3D6C0A2E27}"/>
              </a:ext>
            </a:extLst>
          </p:cNvPr>
          <p:cNvSpPr>
            <a:spLocks xmlns:a="http://schemas.openxmlformats.org/drawingml/2006/main" noGrp="1"/>
          </p:cNvSpPr>
          <p:nvPr/>
        </p:nvSpPr>
        <p:spPr>
          <a:xfrm xmlns:a="http://schemas.openxmlformats.org/drawingml/2006/main">
            <a:off x="1989534" y="570548"/>
            <a:ext cx="4874776" cy="60924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4798"/>
              </a:lnSpc>
              <a:buNone/>
            </a:pPr>
            <a:r>
              <a:rPr sz="3838">
                <a:solidFill>
                  <a:srgbClr val="FFFFFF"/>
                </a:solidFill>
                <a:latin typeface="Unbounded"/>
                <a:ea typeface="Unbounded"/>
                <a:cs typeface="Unbounded"/>
              </a:rPr>
              <a:t>Project Phases</a:t>
            </a:r>
            <a:endParaRPr sz="3838"/>
          </a:p>
        </p:txBody>
      </p:sp>
      <p:sp>
        <p:nvSpPr>
          <p:cNvPr id="5" name="Shape 2">
            <a:extLst xmlns:a="http://schemas.openxmlformats.org/drawingml/2006/main">
              <a:ext uri="{FF2B5EF4-FFF2-40B4-BE49-F238E27FC236}">
                <a16:creationId xmlns:a16="http://schemas.microsoft.com/office/drawing/2014/main" id="{235E808D-D15F-4FE2-8069-D41F9A5FBB48}"/>
              </a:ext>
            </a:extLst>
          </p:cNvPr>
          <p:cNvSpPr>
            <a:spLocks xmlns:a="http://schemas.openxmlformats.org/drawingml/2006/main" noGrp="1"/>
          </p:cNvSpPr>
          <p:nvPr/>
        </p:nvSpPr>
        <p:spPr>
          <a:xfrm xmlns:a="http://schemas.openxmlformats.org/drawingml/2006/main">
            <a:off x="7303770" y="1594128"/>
            <a:ext cx="22860" cy="6064925"/>
          </a:xfrm>
          <a:prstGeom xmlns:a="http://schemas.openxmlformats.org/drawingml/2006/main" prst="roundRect">
            <a:avLst>
              <a:gd name="adj" fmla="val 135944"/>
            </a:avLst>
          </a:prstGeom>
          <a:solidFill xmlns:a="http://schemas.openxmlformats.org/drawingml/2006/main">
            <a:srgbClr val="49606E"/>
          </a:solidFill>
        </p:spPr>
      </p:sp>
      <p:sp>
        <p:nvSpPr>
          <p:cNvPr id="6" name="Shape 3">
            <a:extLst xmlns:a="http://schemas.openxmlformats.org/drawingml/2006/main">
              <a:ext uri="{FF2B5EF4-FFF2-40B4-BE49-F238E27FC236}">
                <a16:creationId xmlns:a16="http://schemas.microsoft.com/office/drawing/2014/main" id="{BC22E236-EAA4-4B60-8D8F-E548B91A3E1E}"/>
              </a:ext>
            </a:extLst>
          </p:cNvPr>
          <p:cNvSpPr>
            <a:spLocks xmlns:a="http://schemas.openxmlformats.org/drawingml/2006/main" noGrp="1"/>
          </p:cNvSpPr>
          <p:nvPr/>
        </p:nvSpPr>
        <p:spPr>
          <a:xfrm xmlns:a="http://schemas.openxmlformats.org/drawingml/2006/main">
            <a:off x="6379905" y="2048708"/>
            <a:ext cx="725091" cy="22860"/>
          </a:xfrm>
          <a:prstGeom xmlns:a="http://schemas.openxmlformats.org/drawingml/2006/main" prst="roundRect">
            <a:avLst>
              <a:gd name="adj" fmla="val 135944"/>
            </a:avLst>
          </a:prstGeom>
          <a:solidFill xmlns:a="http://schemas.openxmlformats.org/drawingml/2006/main">
            <a:srgbClr val="49606E"/>
          </a:solidFill>
        </p:spPr>
      </p:sp>
      <p:sp>
        <p:nvSpPr>
          <p:cNvPr id="7" name="Shape 4">
            <a:extLst xmlns:a="http://schemas.openxmlformats.org/drawingml/2006/main">
              <a:ext uri="{FF2B5EF4-FFF2-40B4-BE49-F238E27FC236}">
                <a16:creationId xmlns:a16="http://schemas.microsoft.com/office/drawing/2014/main" id="{6F315E5A-9758-48F1-B154-B323470C26EC}"/>
              </a:ext>
            </a:extLst>
          </p:cNvPr>
          <p:cNvSpPr>
            <a:spLocks xmlns:a="http://schemas.openxmlformats.org/drawingml/2006/main" noGrp="1"/>
          </p:cNvSpPr>
          <p:nvPr/>
        </p:nvSpPr>
        <p:spPr>
          <a:xfrm xmlns:a="http://schemas.openxmlformats.org/drawingml/2006/main">
            <a:off x="7082135" y="1827133"/>
            <a:ext cx="466130" cy="466130"/>
          </a:xfrm>
          <a:prstGeom xmlns:a="http://schemas.openxmlformats.org/drawingml/2006/main" prst="roundRect">
            <a:avLst>
              <a:gd name="adj" fmla="val 6667"/>
            </a:avLst>
          </a:prstGeom>
          <a:solidFill xmlns:a="http://schemas.openxmlformats.org/drawingml/2006/main">
            <a:srgbClr val="304755"/>
          </a:solidFill>
        </p:spPr>
      </p:sp>
      <p:sp>
        <p:nvSpPr>
          <p:cNvPr id="8" name="Text 5">
            <a:extLst xmlns:a="http://schemas.openxmlformats.org/drawingml/2006/main">
              <a:ext uri="{FF2B5EF4-FFF2-40B4-BE49-F238E27FC236}">
                <a16:creationId xmlns:a16="http://schemas.microsoft.com/office/drawing/2014/main" id="{AC378A29-547A-4797-958D-87F1AC75536A}"/>
              </a:ext>
            </a:extLst>
          </p:cNvPr>
          <p:cNvSpPr>
            <a:spLocks xmlns:a="http://schemas.openxmlformats.org/drawingml/2006/main" noGrp="1"/>
          </p:cNvSpPr>
          <p:nvPr/>
        </p:nvSpPr>
        <p:spPr>
          <a:xfrm xmlns:a="http://schemas.openxmlformats.org/drawingml/2006/main">
            <a:off x="7246322" y="1913930"/>
            <a:ext cx="137755" cy="292537"/>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303"/>
              </a:lnSpc>
              <a:buNone/>
            </a:pPr>
            <a:r>
              <a:rPr sz="2303">
                <a:solidFill>
                  <a:srgbClr val="CAD6DE"/>
                </a:solidFill>
                <a:latin typeface="Unbounded"/>
                <a:ea typeface="Unbounded"/>
                <a:cs typeface="Unbounded"/>
              </a:rPr>
              <a:t>1</a:t>
            </a:r>
            <a:endParaRPr sz="2303"/>
          </a:p>
        </p:txBody>
      </p:sp>
      <p:sp>
        <p:nvSpPr>
          <p:cNvPr id="9" name="Text 6">
            <a:extLst xmlns:a="http://schemas.openxmlformats.org/drawingml/2006/main">
              <a:ext uri="{FF2B5EF4-FFF2-40B4-BE49-F238E27FC236}">
                <a16:creationId xmlns:a16="http://schemas.microsoft.com/office/drawing/2014/main" id="{1D23730B-B423-4045-8E26-43FAE5C7BBA8}"/>
              </a:ext>
            </a:extLst>
          </p:cNvPr>
          <p:cNvSpPr>
            <a:spLocks xmlns:a="http://schemas.openxmlformats.org/drawingml/2006/main" noGrp="1"/>
          </p:cNvSpPr>
          <p:nvPr/>
        </p:nvSpPr>
        <p:spPr>
          <a:xfrm xmlns:a="http://schemas.openxmlformats.org/drawingml/2006/main">
            <a:off x="3227427" y="1801297"/>
            <a:ext cx="2948345" cy="30456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r">
              <a:lnSpc>
                <a:spcPts val="2399"/>
              </a:lnSpc>
              <a:buNone/>
            </a:pPr>
            <a:r>
              <a:rPr sz="1919">
                <a:solidFill>
                  <a:srgbClr val="CAD6DE"/>
                </a:solidFill>
                <a:latin typeface="Unbounded"/>
                <a:ea typeface="Unbounded"/>
                <a:cs typeface="Unbounded"/>
              </a:rPr>
              <a:t>Research &amp; Planning</a:t>
            </a:r>
            <a:endParaRPr sz="1919"/>
          </a:p>
        </p:txBody>
      </p:sp>
      <p:sp>
        <p:nvSpPr>
          <p:cNvPr id="10" name="Text 7">
            <a:extLst xmlns:a="http://schemas.openxmlformats.org/drawingml/2006/main">
              <a:ext uri="{FF2B5EF4-FFF2-40B4-BE49-F238E27FC236}">
                <a16:creationId xmlns:a16="http://schemas.microsoft.com/office/drawing/2014/main" id="{EB062EE4-3A72-4278-866B-A5ACB058B60A}"/>
              </a:ext>
            </a:extLst>
          </p:cNvPr>
          <p:cNvSpPr>
            <a:spLocks xmlns:a="http://schemas.openxmlformats.org/drawingml/2006/main" noGrp="1"/>
          </p:cNvSpPr>
          <p:nvPr/>
        </p:nvSpPr>
        <p:spPr>
          <a:xfrm xmlns:a="http://schemas.openxmlformats.org/drawingml/2006/main">
            <a:off x="1989534" y="2230159"/>
            <a:ext cx="4186238" cy="2154555"/>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r">
              <a:lnSpc>
                <a:spcPts val="2610"/>
              </a:lnSpc>
              <a:buNone/>
            </a:pPr>
            <a:r>
              <a:rPr sz="1631">
                <a:solidFill>
                  <a:srgbClr val="CAD6DE"/>
                </a:solidFill>
                <a:latin typeface="Cabin"/>
                <a:ea typeface="Cabin"/>
                <a:cs typeface="Cabin"/>
              </a:rPr>
              <a:t>Define project scope and gather requirements based on farmer and industry needs. Conduct research on weather impact on farming practices and integration of soil and plant health data. Collecting Data from various sources</a:t>
            </a:r>
            <a:endParaRPr sz="1631"/>
          </a:p>
        </p:txBody>
      </p:sp>
      <p:sp>
        <p:nvSpPr>
          <p:cNvPr id="11" name="Shape 8">
            <a:extLst xmlns:a="http://schemas.openxmlformats.org/drawingml/2006/main">
              <a:ext uri="{FF2B5EF4-FFF2-40B4-BE49-F238E27FC236}">
                <a16:creationId xmlns:a16="http://schemas.microsoft.com/office/drawing/2014/main" id="{AB503FAD-0205-4ED8-833E-E9DC4978DCFD}"/>
              </a:ext>
            </a:extLst>
          </p:cNvPr>
          <p:cNvSpPr>
            <a:spLocks xmlns:a="http://schemas.openxmlformats.org/drawingml/2006/main" noGrp="1"/>
          </p:cNvSpPr>
          <p:nvPr/>
        </p:nvSpPr>
        <p:spPr>
          <a:xfrm xmlns:a="http://schemas.openxmlformats.org/drawingml/2006/main">
            <a:off x="7525405" y="3084552"/>
            <a:ext cx="725091" cy="22860"/>
          </a:xfrm>
          <a:prstGeom xmlns:a="http://schemas.openxmlformats.org/drawingml/2006/main" prst="roundRect">
            <a:avLst>
              <a:gd name="adj" fmla="val 135944"/>
            </a:avLst>
          </a:prstGeom>
          <a:solidFill xmlns:a="http://schemas.openxmlformats.org/drawingml/2006/main">
            <a:srgbClr val="49606E"/>
          </a:solidFill>
        </p:spPr>
      </p:sp>
      <p:sp>
        <p:nvSpPr>
          <p:cNvPr id="12" name="Shape 9">
            <a:extLst xmlns:a="http://schemas.openxmlformats.org/drawingml/2006/main">
              <a:ext uri="{FF2B5EF4-FFF2-40B4-BE49-F238E27FC236}">
                <a16:creationId xmlns:a16="http://schemas.microsoft.com/office/drawing/2014/main" id="{CC357753-0091-4BD3-A431-2B6F4BBDDEB2}"/>
              </a:ext>
            </a:extLst>
          </p:cNvPr>
          <p:cNvSpPr>
            <a:spLocks xmlns:a="http://schemas.openxmlformats.org/drawingml/2006/main" noGrp="1"/>
          </p:cNvSpPr>
          <p:nvPr/>
        </p:nvSpPr>
        <p:spPr>
          <a:xfrm xmlns:a="http://schemas.openxmlformats.org/drawingml/2006/main">
            <a:off x="7082135" y="2862977"/>
            <a:ext cx="466130" cy="466130"/>
          </a:xfrm>
          <a:prstGeom xmlns:a="http://schemas.openxmlformats.org/drawingml/2006/main" prst="roundRect">
            <a:avLst>
              <a:gd name="adj" fmla="val 6667"/>
            </a:avLst>
          </a:prstGeom>
          <a:solidFill xmlns:a="http://schemas.openxmlformats.org/drawingml/2006/main">
            <a:srgbClr val="304755"/>
          </a:solidFill>
        </p:spPr>
      </p:sp>
      <p:sp>
        <p:nvSpPr>
          <p:cNvPr id="13" name="Text 10">
            <a:extLst xmlns:a="http://schemas.openxmlformats.org/drawingml/2006/main">
              <a:ext uri="{FF2B5EF4-FFF2-40B4-BE49-F238E27FC236}">
                <a16:creationId xmlns:a16="http://schemas.microsoft.com/office/drawing/2014/main" id="{B7B3C01A-D410-4459-ACE0-97926B0DF957}"/>
              </a:ext>
            </a:extLst>
          </p:cNvPr>
          <p:cNvSpPr>
            <a:spLocks xmlns:a="http://schemas.openxmlformats.org/drawingml/2006/main" noGrp="1"/>
          </p:cNvSpPr>
          <p:nvPr/>
        </p:nvSpPr>
        <p:spPr>
          <a:xfrm xmlns:a="http://schemas.openxmlformats.org/drawingml/2006/main">
            <a:off x="7199769" y="2949773"/>
            <a:ext cx="230743" cy="292537"/>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303"/>
              </a:lnSpc>
              <a:buNone/>
            </a:pPr>
            <a:r>
              <a:rPr sz="2303">
                <a:solidFill>
                  <a:srgbClr val="CAD6DE"/>
                </a:solidFill>
                <a:latin typeface="Unbounded"/>
                <a:ea typeface="Unbounded"/>
                <a:cs typeface="Unbounded"/>
              </a:rPr>
              <a:t>2</a:t>
            </a:r>
            <a:endParaRPr sz="2303"/>
          </a:p>
        </p:txBody>
      </p:sp>
      <p:sp>
        <p:nvSpPr>
          <p:cNvPr id="14" name="Text 11">
            <a:extLst xmlns:a="http://schemas.openxmlformats.org/drawingml/2006/main">
              <a:ext uri="{FF2B5EF4-FFF2-40B4-BE49-F238E27FC236}">
                <a16:creationId xmlns:a16="http://schemas.microsoft.com/office/drawing/2014/main" id="{68F37491-ADC4-40CC-8BBA-1947FA83E10F}"/>
              </a:ext>
            </a:extLst>
          </p:cNvPr>
          <p:cNvSpPr>
            <a:spLocks xmlns:a="http://schemas.openxmlformats.org/drawingml/2006/main" noGrp="1"/>
          </p:cNvSpPr>
          <p:nvPr/>
        </p:nvSpPr>
        <p:spPr>
          <a:xfrm xmlns:a="http://schemas.openxmlformats.org/drawingml/2006/main">
            <a:off x="8454628" y="2837140"/>
            <a:ext cx="3262432" cy="30456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399"/>
              </a:lnSpc>
              <a:buNone/>
            </a:pPr>
            <a:r>
              <a:rPr sz="1919">
                <a:solidFill>
                  <a:srgbClr val="CAD6DE"/>
                </a:solidFill>
                <a:latin typeface="Unbounded"/>
                <a:ea typeface="Unbounded"/>
                <a:cs typeface="Unbounded"/>
              </a:rPr>
              <a:t>Design &amp; Development</a:t>
            </a:r>
            <a:endParaRPr sz="1919"/>
          </a:p>
        </p:txBody>
      </p:sp>
      <p:sp>
        <p:nvSpPr>
          <p:cNvPr id="15" name="Text 12">
            <a:extLst xmlns:a="http://schemas.openxmlformats.org/drawingml/2006/main">
              <a:ext uri="{FF2B5EF4-FFF2-40B4-BE49-F238E27FC236}">
                <a16:creationId xmlns:a16="http://schemas.microsoft.com/office/drawing/2014/main" id="{06341C97-5F96-485D-B375-43214B8FA878}"/>
              </a:ext>
            </a:extLst>
          </p:cNvPr>
          <p:cNvSpPr>
            <a:spLocks xmlns:a="http://schemas.openxmlformats.org/drawingml/2006/main" noGrp="1"/>
          </p:cNvSpPr>
          <p:nvPr/>
        </p:nvSpPr>
        <p:spPr>
          <a:xfrm xmlns:a="http://schemas.openxmlformats.org/drawingml/2006/main">
            <a:off x="8454628" y="3266003"/>
            <a:ext cx="4186238"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610"/>
              </a:lnSpc>
              <a:buNone/>
            </a:pPr>
            <a:r>
              <a:rPr sz="1631">
                <a:solidFill>
                  <a:srgbClr val="CAD6DE"/>
                </a:solidFill>
                <a:latin typeface="Cabin"/>
                <a:ea typeface="Cabin"/>
                <a:cs typeface="Cabin"/>
              </a:rPr>
              <a:t>Design user-friendly interfaces that simplify navigation and usability. Develop core features, including soil and weather analysis, crop scheduling, and plant health monitoring.</a:t>
            </a:r>
            <a:endParaRPr sz="1631"/>
          </a:p>
        </p:txBody>
      </p:sp>
      <p:sp>
        <p:nvSpPr>
          <p:cNvPr id="16" name="Shape 13">
            <a:extLst xmlns:a="http://schemas.openxmlformats.org/drawingml/2006/main">
              <a:ext uri="{FF2B5EF4-FFF2-40B4-BE49-F238E27FC236}">
                <a16:creationId xmlns:a16="http://schemas.microsoft.com/office/drawing/2014/main" id="{8E36735D-DEA9-4A6D-9F6D-86D566D505CA}"/>
              </a:ext>
            </a:extLst>
          </p:cNvPr>
          <p:cNvSpPr>
            <a:spLocks xmlns:a="http://schemas.openxmlformats.org/drawingml/2006/main" noGrp="1"/>
          </p:cNvSpPr>
          <p:nvPr/>
        </p:nvSpPr>
        <p:spPr>
          <a:xfrm xmlns:a="http://schemas.openxmlformats.org/drawingml/2006/main">
            <a:off x="6379905" y="4756428"/>
            <a:ext cx="725091" cy="22860"/>
          </a:xfrm>
          <a:prstGeom xmlns:a="http://schemas.openxmlformats.org/drawingml/2006/main" prst="roundRect">
            <a:avLst>
              <a:gd name="adj" fmla="val 135944"/>
            </a:avLst>
          </a:prstGeom>
          <a:solidFill xmlns:a="http://schemas.openxmlformats.org/drawingml/2006/main">
            <a:srgbClr val="49606E"/>
          </a:solidFill>
        </p:spPr>
      </p:sp>
      <p:sp>
        <p:nvSpPr>
          <p:cNvPr id="17" name="Shape 14">
            <a:extLst xmlns:a="http://schemas.openxmlformats.org/drawingml/2006/main">
              <a:ext uri="{FF2B5EF4-FFF2-40B4-BE49-F238E27FC236}">
                <a16:creationId xmlns:a16="http://schemas.microsoft.com/office/drawing/2014/main" id="{E9C546F3-EF8E-46AE-AE6D-6B200A4C1260}"/>
              </a:ext>
            </a:extLst>
          </p:cNvPr>
          <p:cNvSpPr>
            <a:spLocks xmlns:a="http://schemas.openxmlformats.org/drawingml/2006/main" noGrp="1"/>
          </p:cNvSpPr>
          <p:nvPr/>
        </p:nvSpPr>
        <p:spPr>
          <a:xfrm xmlns:a="http://schemas.openxmlformats.org/drawingml/2006/main">
            <a:off x="7082135" y="4534853"/>
            <a:ext cx="466130" cy="466130"/>
          </a:xfrm>
          <a:prstGeom xmlns:a="http://schemas.openxmlformats.org/drawingml/2006/main" prst="roundRect">
            <a:avLst>
              <a:gd name="adj" fmla="val 6667"/>
            </a:avLst>
          </a:prstGeom>
          <a:solidFill xmlns:a="http://schemas.openxmlformats.org/drawingml/2006/main">
            <a:srgbClr val="304755"/>
          </a:solidFill>
        </p:spPr>
      </p:sp>
      <p:sp>
        <p:nvSpPr>
          <p:cNvPr id="18" name="Text 15">
            <a:extLst xmlns:a="http://schemas.openxmlformats.org/drawingml/2006/main">
              <a:ext uri="{FF2B5EF4-FFF2-40B4-BE49-F238E27FC236}">
                <a16:creationId xmlns:a16="http://schemas.microsoft.com/office/drawing/2014/main" id="{6392AD6E-6A03-48B6-883C-5ECBCE6A127C}"/>
              </a:ext>
            </a:extLst>
          </p:cNvPr>
          <p:cNvSpPr>
            <a:spLocks xmlns:a="http://schemas.openxmlformats.org/drawingml/2006/main" noGrp="1"/>
          </p:cNvSpPr>
          <p:nvPr/>
        </p:nvSpPr>
        <p:spPr>
          <a:xfrm xmlns:a="http://schemas.openxmlformats.org/drawingml/2006/main">
            <a:off x="7197626" y="4621649"/>
            <a:ext cx="235148" cy="292537"/>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303"/>
              </a:lnSpc>
              <a:buNone/>
            </a:pPr>
            <a:r>
              <a:rPr sz="2303">
                <a:solidFill>
                  <a:srgbClr val="CAD6DE"/>
                </a:solidFill>
                <a:latin typeface="Unbounded"/>
                <a:ea typeface="Unbounded"/>
                <a:cs typeface="Unbounded"/>
              </a:rPr>
              <a:t>3</a:t>
            </a:r>
            <a:endParaRPr sz="2303"/>
          </a:p>
        </p:txBody>
      </p:sp>
      <p:sp>
        <p:nvSpPr>
          <p:cNvPr id="19" name="Text 16">
            <a:extLst xmlns:a="http://schemas.openxmlformats.org/drawingml/2006/main">
              <a:ext uri="{FF2B5EF4-FFF2-40B4-BE49-F238E27FC236}">
                <a16:creationId xmlns:a16="http://schemas.microsoft.com/office/drawing/2014/main" id="{8ED3BF0D-4C47-4367-AE6F-EA1992F2DC6B}"/>
              </a:ext>
            </a:extLst>
          </p:cNvPr>
          <p:cNvSpPr>
            <a:spLocks xmlns:a="http://schemas.openxmlformats.org/drawingml/2006/main" noGrp="1"/>
          </p:cNvSpPr>
          <p:nvPr/>
        </p:nvSpPr>
        <p:spPr>
          <a:xfrm xmlns:a="http://schemas.openxmlformats.org/drawingml/2006/main">
            <a:off x="2919293" y="4509016"/>
            <a:ext cx="3256478" cy="30456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r">
              <a:lnSpc>
                <a:spcPts val="2399"/>
              </a:lnSpc>
              <a:buNone/>
            </a:pPr>
            <a:r>
              <a:rPr sz="1919">
                <a:solidFill>
                  <a:srgbClr val="CAD6DE"/>
                </a:solidFill>
                <a:latin typeface="Unbounded"/>
                <a:ea typeface="Unbounded"/>
                <a:cs typeface="Unbounded"/>
              </a:rPr>
              <a:t>AI Model Development</a:t>
            </a:r>
            <a:endParaRPr sz="1919"/>
          </a:p>
        </p:txBody>
      </p:sp>
      <p:sp>
        <p:nvSpPr>
          <p:cNvPr id="20" name="Text 17">
            <a:extLst xmlns:a="http://schemas.openxmlformats.org/drawingml/2006/main">
              <a:ext uri="{FF2B5EF4-FFF2-40B4-BE49-F238E27FC236}">
                <a16:creationId xmlns:a16="http://schemas.microsoft.com/office/drawing/2014/main" id="{CB4883E6-042E-49F8-AC91-67C02D165D95}"/>
              </a:ext>
            </a:extLst>
          </p:cNvPr>
          <p:cNvSpPr>
            <a:spLocks xmlns:a="http://schemas.openxmlformats.org/drawingml/2006/main" noGrp="1"/>
          </p:cNvSpPr>
          <p:nvPr/>
        </p:nvSpPr>
        <p:spPr>
          <a:xfrm xmlns:a="http://schemas.openxmlformats.org/drawingml/2006/main">
            <a:off x="1989534" y="4937879"/>
            <a:ext cx="4186238"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r">
              <a:lnSpc>
                <a:spcPts val="2610"/>
              </a:lnSpc>
              <a:buNone/>
            </a:pPr>
            <a:r>
              <a:rPr sz="1631">
                <a:solidFill>
                  <a:srgbClr val="CAD6DE"/>
                </a:solidFill>
                <a:latin typeface="Cabin"/>
                <a:ea typeface="Cabin"/>
                <a:cs typeface="Cabin"/>
              </a:rPr>
              <a:t>Develop AI models for plant health detection that uses computer vision and crop recommendations based on soil and weather data. </a:t>
            </a:r>
            <a:endParaRPr sz="1631"/>
          </a:p>
        </p:txBody>
      </p:sp>
      <p:sp>
        <p:nvSpPr>
          <p:cNvPr id="21" name="Shape 18">
            <a:extLst xmlns:a="http://schemas.openxmlformats.org/drawingml/2006/main">
              <a:ext uri="{FF2B5EF4-FFF2-40B4-BE49-F238E27FC236}">
                <a16:creationId xmlns:a16="http://schemas.microsoft.com/office/drawing/2014/main" id="{8D4C1C6E-8A00-4BAB-AAAE-D23099E07C21}"/>
              </a:ext>
            </a:extLst>
          </p:cNvPr>
          <p:cNvSpPr>
            <a:spLocks xmlns:a="http://schemas.openxmlformats.org/drawingml/2006/main" noGrp="1"/>
          </p:cNvSpPr>
          <p:nvPr/>
        </p:nvSpPr>
        <p:spPr>
          <a:xfrm xmlns:a="http://schemas.openxmlformats.org/drawingml/2006/main">
            <a:off x="7525405" y="5944553"/>
            <a:ext cx="725091" cy="22860"/>
          </a:xfrm>
          <a:prstGeom xmlns:a="http://schemas.openxmlformats.org/drawingml/2006/main" prst="roundRect">
            <a:avLst>
              <a:gd name="adj" fmla="val 135944"/>
            </a:avLst>
          </a:prstGeom>
          <a:solidFill xmlns:a="http://schemas.openxmlformats.org/drawingml/2006/main">
            <a:srgbClr val="49606E"/>
          </a:solidFill>
        </p:spPr>
      </p:sp>
      <p:sp>
        <p:nvSpPr>
          <p:cNvPr id="22" name="Shape 19">
            <a:extLst xmlns:a="http://schemas.openxmlformats.org/drawingml/2006/main">
              <a:ext uri="{FF2B5EF4-FFF2-40B4-BE49-F238E27FC236}">
                <a16:creationId xmlns:a16="http://schemas.microsoft.com/office/drawing/2014/main" id="{01D9580F-B028-40DC-98AA-F29EB232A10B}"/>
              </a:ext>
            </a:extLst>
          </p:cNvPr>
          <p:cNvSpPr>
            <a:spLocks xmlns:a="http://schemas.openxmlformats.org/drawingml/2006/main" noGrp="1"/>
          </p:cNvSpPr>
          <p:nvPr/>
        </p:nvSpPr>
        <p:spPr>
          <a:xfrm xmlns:a="http://schemas.openxmlformats.org/drawingml/2006/main">
            <a:off x="7082135" y="5722977"/>
            <a:ext cx="466130" cy="466130"/>
          </a:xfrm>
          <a:prstGeom xmlns:a="http://schemas.openxmlformats.org/drawingml/2006/main" prst="roundRect">
            <a:avLst>
              <a:gd name="adj" fmla="val 6667"/>
            </a:avLst>
          </a:prstGeom>
          <a:solidFill xmlns:a="http://schemas.openxmlformats.org/drawingml/2006/main">
            <a:srgbClr val="304755"/>
          </a:solidFill>
        </p:spPr>
      </p:sp>
      <p:sp>
        <p:nvSpPr>
          <p:cNvPr id="23" name="Text 20">
            <a:extLst xmlns:a="http://schemas.openxmlformats.org/drawingml/2006/main">
              <a:ext uri="{FF2B5EF4-FFF2-40B4-BE49-F238E27FC236}">
                <a16:creationId xmlns:a16="http://schemas.microsoft.com/office/drawing/2014/main" id="{02DB126B-7C96-4E78-946A-E0B8EED48656}"/>
              </a:ext>
            </a:extLst>
          </p:cNvPr>
          <p:cNvSpPr>
            <a:spLocks xmlns:a="http://schemas.openxmlformats.org/drawingml/2006/main" noGrp="1"/>
          </p:cNvSpPr>
          <p:nvPr/>
        </p:nvSpPr>
        <p:spPr>
          <a:xfrm xmlns:a="http://schemas.openxmlformats.org/drawingml/2006/main">
            <a:off x="7197745" y="5809774"/>
            <a:ext cx="234910" cy="292537"/>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303"/>
              </a:lnSpc>
              <a:buNone/>
            </a:pPr>
            <a:r>
              <a:rPr sz="2303">
                <a:solidFill>
                  <a:srgbClr val="CAD6DE"/>
                </a:solidFill>
                <a:latin typeface="Unbounded"/>
                <a:ea typeface="Unbounded"/>
                <a:cs typeface="Unbounded"/>
              </a:rPr>
              <a:t>4</a:t>
            </a:r>
            <a:endParaRPr sz="2303"/>
          </a:p>
        </p:txBody>
      </p:sp>
      <p:sp>
        <p:nvSpPr>
          <p:cNvPr id="24" name="Text 21">
            <a:extLst xmlns:a="http://schemas.openxmlformats.org/drawingml/2006/main">
              <a:ext uri="{FF2B5EF4-FFF2-40B4-BE49-F238E27FC236}">
                <a16:creationId xmlns:a16="http://schemas.microsoft.com/office/drawing/2014/main" id="{E9C9B488-D0C4-4475-8AE1-655E0C53023A}"/>
              </a:ext>
            </a:extLst>
          </p:cNvPr>
          <p:cNvSpPr>
            <a:spLocks xmlns:a="http://schemas.openxmlformats.org/drawingml/2006/main" noGrp="1"/>
          </p:cNvSpPr>
          <p:nvPr/>
        </p:nvSpPr>
        <p:spPr>
          <a:xfrm xmlns:a="http://schemas.openxmlformats.org/drawingml/2006/main">
            <a:off x="8454628" y="5697141"/>
            <a:ext cx="2845832" cy="304562"/>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399"/>
              </a:lnSpc>
              <a:buNone/>
            </a:pPr>
            <a:r>
              <a:rPr sz="1919">
                <a:solidFill>
                  <a:srgbClr val="CAD6DE"/>
                </a:solidFill>
                <a:latin typeface="Unbounded"/>
                <a:ea typeface="Unbounded"/>
                <a:cs typeface="Unbounded"/>
              </a:rPr>
              <a:t>Testing &amp; Validation</a:t>
            </a:r>
            <a:endParaRPr sz="1919"/>
          </a:p>
        </p:txBody>
      </p:sp>
      <p:sp>
        <p:nvSpPr>
          <p:cNvPr id="25" name="Text 22">
            <a:extLst xmlns:a="http://schemas.openxmlformats.org/drawingml/2006/main">
              <a:ext uri="{FF2B5EF4-FFF2-40B4-BE49-F238E27FC236}">
                <a16:creationId xmlns:a16="http://schemas.microsoft.com/office/drawing/2014/main" id="{E8ED0118-4DF4-4E7B-98EC-8800439D1623}"/>
              </a:ext>
            </a:extLst>
          </p:cNvPr>
          <p:cNvSpPr>
            <a:spLocks xmlns:a="http://schemas.openxmlformats.org/drawingml/2006/main" noGrp="1"/>
          </p:cNvSpPr>
          <p:nvPr/>
        </p:nvSpPr>
        <p:spPr>
          <a:xfrm xmlns:a="http://schemas.openxmlformats.org/drawingml/2006/main">
            <a:off x="8454628" y="6126004"/>
            <a:ext cx="4186238" cy="13258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610"/>
              </a:lnSpc>
              <a:buNone/>
            </a:pPr>
            <a:r>
              <a:rPr sz="1631">
                <a:solidFill>
                  <a:srgbClr val="CAD6DE"/>
                </a:solidFill>
                <a:latin typeface="Cabin"/>
                <a:ea typeface="Cabin"/>
                <a:cs typeface="Cabin"/>
              </a:rPr>
              <a:t>Conduct field tests in various farming environments to validate the app’s accuracy and effectiveness. Gather user feedback to refine features and improve overall functionality.</a:t>
            </a:r>
            <a:endParaRPr sz="1631"/>
          </a:p>
        </p:txBody>
      </p:sp>
    </p:spTree>
    <p:extLst>
      <p:ext uri="{BB962C8B-B14F-4D97-AF65-F5344CB8AC3E}">
        <p14:creationId xmlns:p14="http://schemas.microsoft.com/office/powerpoint/2010/main" val="3822720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7a290ab10e464822"/>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B43FBE82-3F8E-4995-A6A1-3F9C9BC75394}"/>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3ab4504011e041f4"/>
          <a:stretch xmlns:a="http://schemas.openxmlformats.org/drawingml/2006/main">
            <a:fillRect l="0" t="0" r="0" b="0"/>
          </a:stretch>
        </p:blipFill>
        <p:spPr>
          <a:xfrm xmlns:a="http://schemas.openxmlformats.org/drawingml/2006/main">
            <a:off x="0" y="0"/>
            <a:ext cx="14630400" cy="2214563"/>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57F8176F-970D-4BAA-8B34-E2BFE7BF20ED}"/>
              </a:ext>
            </a:extLst>
          </p:cNvPr>
          <p:cNvSpPr>
            <a:spLocks xmlns:a="http://schemas.openxmlformats.org/drawingml/2006/main" noGrp="1"/>
          </p:cNvSpPr>
          <p:nvPr/>
        </p:nvSpPr>
        <p:spPr>
          <a:xfrm xmlns:a="http://schemas.openxmlformats.org/drawingml/2006/main">
            <a:off x="2760940" y="2702719"/>
            <a:ext cx="8569881" cy="521017"/>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4103"/>
              </a:lnSpc>
              <a:buNone/>
            </a:pPr>
            <a:r>
              <a:rPr sz="3282">
                <a:solidFill>
                  <a:srgbClr val="FFFFFF"/>
                </a:solidFill>
                <a:latin typeface="Unbounded"/>
                <a:ea typeface="Unbounded"/>
                <a:cs typeface="Unbounded"/>
              </a:rPr>
              <a:t>Weather-Based Crop Optimization</a:t>
            </a:r>
            <a:endParaRPr sz="3282"/>
          </a:p>
        </p:txBody>
      </p:sp>
      <p:pic>
        <p:nvPicPr>
          <p:cNvPr id="24" name="Image 2"/>
          <p:cNvPicPr>
            <a:picLocks xmlns:a="http://schemas.openxmlformats.org/drawingml/2006/main" noChangeAspect="1"/>
          </p:cNvPicPr>
          <p:nvPr/>
        </p:nvPicPr>
        <p:blipFill>
          <a:blip xmlns:r="http://schemas.openxmlformats.org/officeDocument/2006/relationships" xmlns:a="http://schemas.openxmlformats.org/drawingml/2006/main" r:embed="Rcb88a04f772d40de"/>
          <a:stretch xmlns:a="http://schemas.openxmlformats.org/drawingml/2006/main">
            <a:fillRect l="0" t="0" r="0" b="0"/>
          </a:stretch>
        </p:blipFill>
        <p:spPr>
          <a:xfrm xmlns:a="http://schemas.openxmlformats.org/drawingml/2006/main">
            <a:off x="2760940" y="3489484"/>
            <a:ext cx="885825" cy="1417320"/>
          </a:xfrm>
          <a:prstGeom xmlns:a="http://schemas.openxmlformats.org/drawingml/2006/main" prst="rect">
            <a:avLst/>
          </a:prstGeom>
        </p:spPr>
      </p:pic>
      <p:sp>
        <p:nvSpPr>
          <p:cNvPr id="7" name="Text 2">
            <a:extLst xmlns:a="http://schemas.openxmlformats.org/drawingml/2006/main">
              <a:ext uri="{FF2B5EF4-FFF2-40B4-BE49-F238E27FC236}">
                <a16:creationId xmlns:a16="http://schemas.microsoft.com/office/drawing/2014/main" id="{8ED2A43F-F572-413D-B319-071584462914}"/>
              </a:ext>
            </a:extLst>
          </p:cNvPr>
          <p:cNvSpPr>
            <a:spLocks xmlns:a="http://schemas.openxmlformats.org/drawingml/2006/main" noGrp="1"/>
          </p:cNvSpPr>
          <p:nvPr/>
        </p:nvSpPr>
        <p:spPr>
          <a:xfrm xmlns:a="http://schemas.openxmlformats.org/drawingml/2006/main">
            <a:off x="3912513" y="3666649"/>
            <a:ext cx="3719512" cy="26050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052"/>
              </a:lnSpc>
              <a:buNone/>
            </a:pPr>
            <a:r>
              <a:rPr sz="1641">
                <a:solidFill>
                  <a:srgbClr val="CAD6DE"/>
                </a:solidFill>
                <a:latin typeface="Unbounded"/>
                <a:ea typeface="Unbounded"/>
                <a:cs typeface="Unbounded"/>
              </a:rPr>
              <a:t>Weather Forecast Integration</a:t>
            </a:r>
            <a:endParaRPr sz="1641"/>
          </a:p>
        </p:txBody>
      </p:sp>
      <p:sp>
        <p:nvSpPr>
          <p:cNvPr id="8" name="Text 3">
            <a:extLst xmlns:a="http://schemas.openxmlformats.org/drawingml/2006/main">
              <a:ext uri="{FF2B5EF4-FFF2-40B4-BE49-F238E27FC236}">
                <a16:creationId xmlns:a16="http://schemas.microsoft.com/office/drawing/2014/main" id="{76218CD2-2E62-4AE6-A69C-35BECA787C66}"/>
              </a:ext>
            </a:extLst>
          </p:cNvPr>
          <p:cNvSpPr>
            <a:spLocks xmlns:a="http://schemas.openxmlformats.org/drawingml/2006/main" noGrp="1"/>
          </p:cNvSpPr>
          <p:nvPr/>
        </p:nvSpPr>
        <p:spPr>
          <a:xfrm xmlns:a="http://schemas.openxmlformats.org/drawingml/2006/main">
            <a:off x="3912513" y="4033361"/>
            <a:ext cx="7956947" cy="56673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232"/>
              </a:lnSpc>
              <a:buNone/>
            </a:pPr>
            <a:r>
              <a:rPr sz="1395">
                <a:solidFill>
                  <a:srgbClr val="CAD6DE"/>
                </a:solidFill>
                <a:latin typeface="Cabin"/>
                <a:ea typeface="Cabin"/>
                <a:cs typeface="Cabin"/>
              </a:rPr>
              <a:t>Incorporate real-time weather data to influence farming decisions, including planting times, irrigation schedules, and crop selection.</a:t>
            </a:r>
            <a:endParaRPr sz="1395"/>
          </a:p>
        </p:txBody>
      </p:sp>
      <p:pic>
        <p:nvPicPr>
          <p:cNvPr id="27" name="Image 3"/>
          <p:cNvPicPr>
            <a:picLocks xmlns:a="http://schemas.openxmlformats.org/drawingml/2006/main" noChangeAspect="1"/>
          </p:cNvPicPr>
          <p:nvPr/>
        </p:nvPicPr>
        <p:blipFill>
          <a:blip xmlns:r="http://schemas.openxmlformats.org/officeDocument/2006/relationships" xmlns:a="http://schemas.openxmlformats.org/drawingml/2006/main" r:embed="Rbab107b68f2541de"/>
          <a:stretch xmlns:a="http://schemas.openxmlformats.org/drawingml/2006/main">
            <a:fillRect l="0" t="0" r="0" b="0"/>
          </a:stretch>
        </p:blipFill>
        <p:spPr>
          <a:xfrm xmlns:a="http://schemas.openxmlformats.org/drawingml/2006/main">
            <a:off x="2760940" y="4906804"/>
            <a:ext cx="885825" cy="1417320"/>
          </a:xfrm>
          <a:prstGeom xmlns:a="http://schemas.openxmlformats.org/drawingml/2006/main" prst="rect">
            <a:avLst/>
          </a:prstGeom>
        </p:spPr>
      </p:pic>
      <p:sp>
        <p:nvSpPr>
          <p:cNvPr id="10" name="Text 4">
            <a:extLst xmlns:a="http://schemas.openxmlformats.org/drawingml/2006/main">
              <a:ext uri="{FF2B5EF4-FFF2-40B4-BE49-F238E27FC236}">
                <a16:creationId xmlns:a16="http://schemas.microsoft.com/office/drawing/2014/main" id="{84948F62-881A-4C89-94EA-DF910D003ACE}"/>
              </a:ext>
            </a:extLst>
          </p:cNvPr>
          <p:cNvSpPr>
            <a:spLocks xmlns:a="http://schemas.openxmlformats.org/drawingml/2006/main" noGrp="1"/>
          </p:cNvSpPr>
          <p:nvPr/>
        </p:nvSpPr>
        <p:spPr>
          <a:xfrm xmlns:a="http://schemas.openxmlformats.org/drawingml/2006/main">
            <a:off x="3912513" y="5083969"/>
            <a:ext cx="2084308" cy="26050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052"/>
              </a:lnSpc>
              <a:buNone/>
            </a:pPr>
            <a:r>
              <a:rPr sz="1641">
                <a:solidFill>
                  <a:srgbClr val="CAD6DE"/>
                </a:solidFill>
                <a:latin typeface="Unbounded"/>
                <a:ea typeface="Unbounded"/>
                <a:cs typeface="Unbounded"/>
              </a:rPr>
              <a:t>Weather Alerts</a:t>
            </a:r>
            <a:endParaRPr sz="1641"/>
          </a:p>
        </p:txBody>
      </p:sp>
      <p:sp>
        <p:nvSpPr>
          <p:cNvPr id="11" name="Text 5">
            <a:extLst xmlns:a="http://schemas.openxmlformats.org/drawingml/2006/main">
              <a:ext uri="{FF2B5EF4-FFF2-40B4-BE49-F238E27FC236}">
                <a16:creationId xmlns:a16="http://schemas.microsoft.com/office/drawing/2014/main" id="{749EE003-BC24-46A1-9942-0597D26D280F}"/>
              </a:ext>
            </a:extLst>
          </p:cNvPr>
          <p:cNvSpPr>
            <a:spLocks xmlns:a="http://schemas.openxmlformats.org/drawingml/2006/main" noGrp="1"/>
          </p:cNvSpPr>
          <p:nvPr/>
        </p:nvSpPr>
        <p:spPr>
          <a:xfrm xmlns:a="http://schemas.openxmlformats.org/drawingml/2006/main">
            <a:off x="3912513" y="5450681"/>
            <a:ext cx="7956947" cy="56673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232"/>
              </a:lnSpc>
              <a:buNone/>
            </a:pPr>
            <a:r>
              <a:rPr sz="1395">
                <a:solidFill>
                  <a:srgbClr val="CAD6DE"/>
                </a:solidFill>
                <a:latin typeface="Cabin"/>
                <a:ea typeface="Cabin"/>
                <a:cs typeface="Cabin"/>
              </a:rPr>
              <a:t>Provide alerts for extreme weather conditions (e.g., frost, drought, heavy rain) with actionable advice to mitigate potential crop damage.</a:t>
            </a:r>
            <a:endParaRPr sz="1395"/>
          </a:p>
        </p:txBody>
      </p:sp>
      <p:pic>
        <p:nvPicPr>
          <p:cNvPr id="30" name="Image 4"/>
          <p:cNvPicPr>
            <a:picLocks xmlns:a="http://schemas.openxmlformats.org/drawingml/2006/main" noChangeAspect="1"/>
          </p:cNvPicPr>
          <p:nvPr/>
        </p:nvPicPr>
        <p:blipFill>
          <a:blip xmlns:r="http://schemas.openxmlformats.org/officeDocument/2006/relationships" xmlns:a="http://schemas.openxmlformats.org/drawingml/2006/main" r:embed="Rcbac6fbe455742bd"/>
          <a:stretch xmlns:a="http://schemas.openxmlformats.org/drawingml/2006/main">
            <a:fillRect l="0" t="0" r="0" b="0"/>
          </a:stretch>
        </p:blipFill>
        <p:spPr>
          <a:xfrm xmlns:a="http://schemas.openxmlformats.org/drawingml/2006/main">
            <a:off x="2760940" y="6324124"/>
            <a:ext cx="885825" cy="1417320"/>
          </a:xfrm>
          <a:prstGeom xmlns:a="http://schemas.openxmlformats.org/drawingml/2006/main" prst="rect">
            <a:avLst/>
          </a:prstGeom>
        </p:spPr>
      </p:pic>
      <p:sp>
        <p:nvSpPr>
          <p:cNvPr id="13" name="Text 6">
            <a:extLst xmlns:a="http://schemas.openxmlformats.org/drawingml/2006/main">
              <a:ext uri="{FF2B5EF4-FFF2-40B4-BE49-F238E27FC236}">
                <a16:creationId xmlns:a16="http://schemas.microsoft.com/office/drawing/2014/main" id="{4619AFAE-6936-4BA5-B34D-264BE5FFF736}"/>
              </a:ext>
            </a:extLst>
          </p:cNvPr>
          <p:cNvSpPr>
            <a:spLocks xmlns:a="http://schemas.openxmlformats.org/drawingml/2006/main" noGrp="1"/>
          </p:cNvSpPr>
          <p:nvPr/>
        </p:nvSpPr>
        <p:spPr>
          <a:xfrm xmlns:a="http://schemas.openxmlformats.org/drawingml/2006/main">
            <a:off x="3912513" y="6501289"/>
            <a:ext cx="2946083" cy="260509"/>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l">
              <a:lnSpc>
                <a:spcPts val="2052"/>
              </a:lnSpc>
              <a:buNone/>
            </a:pPr>
            <a:r>
              <a:rPr sz="1641">
                <a:solidFill>
                  <a:srgbClr val="CAD6DE"/>
                </a:solidFill>
                <a:latin typeface="Unbounded"/>
                <a:ea typeface="Unbounded"/>
                <a:cs typeface="Unbounded"/>
              </a:rPr>
              <a:t>Seasonal Crop Planning</a:t>
            </a:r>
            <a:endParaRPr sz="1641"/>
          </a:p>
        </p:txBody>
      </p:sp>
      <p:sp>
        <p:nvSpPr>
          <p:cNvPr id="14" name="Text 7">
            <a:extLst xmlns:a="http://schemas.openxmlformats.org/drawingml/2006/main">
              <a:ext uri="{FF2B5EF4-FFF2-40B4-BE49-F238E27FC236}">
                <a16:creationId xmlns:a16="http://schemas.microsoft.com/office/drawing/2014/main" id="{9B13C246-1B3A-4352-A7E4-95D36A7755FA}"/>
              </a:ext>
            </a:extLst>
          </p:cNvPr>
          <p:cNvSpPr>
            <a:spLocks xmlns:a="http://schemas.openxmlformats.org/drawingml/2006/main" noGrp="1"/>
          </p:cNvSpPr>
          <p:nvPr/>
        </p:nvSpPr>
        <p:spPr>
          <a:xfrm xmlns:a="http://schemas.openxmlformats.org/drawingml/2006/main">
            <a:off x="3912513" y="6868001"/>
            <a:ext cx="7956947" cy="56673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ts val="2232"/>
              </a:lnSpc>
              <a:buNone/>
            </a:pPr>
            <a:r>
              <a:rPr sz="1395">
                <a:solidFill>
                  <a:srgbClr val="CAD6DE"/>
                </a:solidFill>
                <a:latin typeface="Cabin"/>
                <a:ea typeface="Cabin"/>
                <a:cs typeface="Cabin"/>
              </a:rPr>
              <a:t>Use long-term weather forecasts to recommend seasonal crops best suited to anticipated weather patterns, optimizing yield and reducing risks.</a:t>
            </a:r>
            <a:endParaRPr sz="1395"/>
          </a:p>
        </p:txBody>
      </p:sp>
    </p:spTree>
    <p:extLst>
      <p:ext uri="{BB962C8B-B14F-4D97-AF65-F5344CB8AC3E}">
        <p14:creationId xmlns:p14="http://schemas.microsoft.com/office/powerpoint/2010/main" val="215894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4b77d9a119674830"/>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A6F07E9-4A86-43BA-921C-9CC6A0AF2A1F}"/>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112836"/>
          </a:solidFill>
        </p:spPr>
      </p:sp>
      <p:pic>
        <p:nvPicPr>
          <p:cNvPr id="24" name="Image 1"/>
          <p:cNvPicPr>
            <a:picLocks xmlns:a="http://schemas.openxmlformats.org/drawingml/2006/main" noChangeAspect="1"/>
          </p:cNvPicPr>
          <p:nvPr/>
        </p:nvPicPr>
        <p:blipFill>
          <a:blip xmlns:r="http://schemas.openxmlformats.org/officeDocument/2006/relationships" xmlns:a="http://schemas.openxmlformats.org/drawingml/2006/main" r:embed="R2ccbe31361544c01"/>
          <a:stretch xmlns:a="http://schemas.openxmlformats.org/drawingml/2006/main">
            <a:fillRect l="0" t="0" r="0" b="0"/>
          </a:stretch>
        </p:blipFill>
        <p:spPr>
          <a:xfrm xmlns:a="http://schemas.openxmlformats.org/drawingml/2006/main">
            <a:off x="0" y="0"/>
            <a:ext cx="5486400" cy="8229600"/>
          </a:xfrm>
          <a:prstGeom xmlns:a="http://schemas.openxmlformats.org/drawingml/2006/main" prst="rect">
            <a:avLst/>
          </a:prstGeom>
        </p:spPr>
      </p:pic>
      <p:pic>
        <p:nvPicPr>
          <p:cNvPr id="25" name="Image 2"/>
          <p:cNvPicPr>
            <a:picLocks xmlns:a="http://schemas.openxmlformats.org/drawingml/2006/main" noChangeAspect="1"/>
          </p:cNvPicPr>
          <p:nvPr/>
        </p:nvPicPr>
        <p:blipFill>
          <a:blip xmlns:r="http://schemas.openxmlformats.org/officeDocument/2006/relationships" xmlns:a="http://schemas.openxmlformats.org/drawingml/2006/main" r:embed="R8e9b5c36511f43b0"/>
          <a:stretch xmlns:a="http://schemas.openxmlformats.org/drawingml/2006/main">
            <a:fillRect l="0" t="0" r="0" b="0"/>
          </a:stretch>
        </p:blipFill>
        <p:spPr>
          <a:xfrm xmlns:a="http://schemas.openxmlformats.org/drawingml/2006/main">
            <a:off x="308610" y="2325410"/>
            <a:ext cx="4869061" cy="3578781"/>
          </a:xfrm>
          <a:prstGeom xmlns:a="http://schemas.openxmlformats.org/drawingml/2006/main" prst="rect">
            <a:avLst/>
          </a:prstGeom>
        </p:spPr>
      </p:pic>
      <p:sp>
        <p:nvSpPr>
          <p:cNvPr id="6" name="Text 1">
            <a:extLst xmlns:a="http://schemas.openxmlformats.org/drawingml/2006/main">
              <a:ext uri="{FF2B5EF4-FFF2-40B4-BE49-F238E27FC236}">
                <a16:creationId xmlns:a16="http://schemas.microsoft.com/office/drawing/2014/main" id="{681CEF36-0A06-4907-A5DA-0E5DCA7E4EDC}"/>
              </a:ext>
            </a:extLst>
          </p:cNvPr>
          <p:cNvSpPr>
            <a:spLocks xmlns:a="http://schemas.openxmlformats.org/drawingml/2006/main" noGrp="1"/>
          </p:cNvSpPr>
          <p:nvPr/>
        </p:nvSpPr>
        <p:spPr>
          <a:xfrm xmlns:a="http://schemas.openxmlformats.org/drawingml/2006/main">
            <a:off x="6350437" y="753785"/>
            <a:ext cx="7075765" cy="726043"/>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5718"/>
              </a:lnSpc>
              <a:buNone/>
            </a:pPr>
            <a:r>
              <a:rPr sz="4574">
                <a:solidFill>
                  <a:srgbClr val="FFFFFF"/>
                </a:solidFill>
                <a:latin typeface="Unbounded"/>
                <a:ea typeface="Unbounded"/>
                <a:cs typeface="Unbounded"/>
              </a:rPr>
              <a:t>Expected Outcomes</a:t>
            </a:r>
            <a:endParaRPr sz="4574"/>
          </a:p>
        </p:txBody>
      </p:sp>
      <p:sp>
        <p:nvSpPr>
          <p:cNvPr id="7" name="Shape 2">
            <a:extLst xmlns:a="http://schemas.openxmlformats.org/drawingml/2006/main">
              <a:ext uri="{FF2B5EF4-FFF2-40B4-BE49-F238E27FC236}">
                <a16:creationId xmlns:a16="http://schemas.microsoft.com/office/drawing/2014/main" id="{91343F8B-A842-4895-A3AC-B33DE78A401E}"/>
              </a:ext>
            </a:extLst>
          </p:cNvPr>
          <p:cNvSpPr>
            <a:spLocks xmlns:a="http://schemas.openxmlformats.org/drawingml/2006/main" noGrp="1"/>
          </p:cNvSpPr>
          <p:nvPr/>
        </p:nvSpPr>
        <p:spPr>
          <a:xfrm xmlns:a="http://schemas.openxmlformats.org/drawingml/2006/main">
            <a:off x="6350437" y="2127766"/>
            <a:ext cx="555427" cy="555427"/>
          </a:xfrm>
          <a:prstGeom xmlns:a="http://schemas.openxmlformats.org/drawingml/2006/main" prst="roundRect">
            <a:avLst>
              <a:gd name="adj" fmla="val 6668"/>
            </a:avLst>
          </a:prstGeom>
          <a:solidFill xmlns:a="http://schemas.openxmlformats.org/drawingml/2006/main">
            <a:srgbClr val="304755"/>
          </a:solidFill>
        </p:spPr>
      </p:sp>
      <p:sp>
        <p:nvSpPr>
          <p:cNvPr id="8" name="Text 3">
            <a:extLst xmlns:a="http://schemas.openxmlformats.org/drawingml/2006/main">
              <a:ext uri="{FF2B5EF4-FFF2-40B4-BE49-F238E27FC236}">
                <a16:creationId xmlns:a16="http://schemas.microsoft.com/office/drawing/2014/main" id="{8128EEC1-183D-4296-BFA5-A7FC27AE7B82}"/>
              </a:ext>
            </a:extLst>
          </p:cNvPr>
          <p:cNvSpPr>
            <a:spLocks xmlns:a="http://schemas.openxmlformats.org/drawingml/2006/main" noGrp="1"/>
          </p:cNvSpPr>
          <p:nvPr/>
        </p:nvSpPr>
        <p:spPr>
          <a:xfrm xmlns:a="http://schemas.openxmlformats.org/drawingml/2006/main">
            <a:off x="6546056" y="2231231"/>
            <a:ext cx="164187" cy="34849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744"/>
              </a:lnSpc>
              <a:buNone/>
            </a:pPr>
            <a:r>
              <a:rPr sz="2744">
                <a:solidFill>
                  <a:srgbClr val="CAD6DE"/>
                </a:solidFill>
                <a:latin typeface="Unbounded"/>
                <a:ea typeface="Unbounded"/>
                <a:cs typeface="Unbounded"/>
              </a:rPr>
              <a:t>1</a:t>
            </a:r>
            <a:endParaRPr sz="2744"/>
          </a:p>
        </p:txBody>
      </p:sp>
      <p:sp>
        <p:nvSpPr>
          <p:cNvPr id="9" name="Text 4">
            <a:extLst xmlns:a="http://schemas.openxmlformats.org/drawingml/2006/main">
              <a:ext uri="{FF2B5EF4-FFF2-40B4-BE49-F238E27FC236}">
                <a16:creationId xmlns:a16="http://schemas.microsoft.com/office/drawing/2014/main" id="{5601E5F6-8294-42F3-8959-CF72EB7EB973}"/>
              </a:ext>
            </a:extLst>
          </p:cNvPr>
          <p:cNvSpPr>
            <a:spLocks xmlns:a="http://schemas.openxmlformats.org/drawingml/2006/main" noGrp="1"/>
          </p:cNvSpPr>
          <p:nvPr/>
        </p:nvSpPr>
        <p:spPr>
          <a:xfrm xmlns:a="http://schemas.openxmlformats.org/drawingml/2006/main">
            <a:off x="7152680" y="2127766"/>
            <a:ext cx="3815477" cy="363141"/>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859"/>
              </a:lnSpc>
              <a:buNone/>
            </a:pPr>
            <a:r>
              <a:rPr sz="2287">
                <a:solidFill>
                  <a:srgbClr val="CAD6DE"/>
                </a:solidFill>
                <a:latin typeface="Unbounded"/>
                <a:ea typeface="Unbounded"/>
                <a:cs typeface="Unbounded"/>
              </a:rPr>
              <a:t>Optimized Crop Yields</a:t>
            </a:r>
            <a:endParaRPr sz="2287"/>
          </a:p>
        </p:txBody>
      </p:sp>
      <p:sp>
        <p:nvSpPr>
          <p:cNvPr id="10" name="Text 5">
            <a:extLst xmlns:a="http://schemas.openxmlformats.org/drawingml/2006/main">
              <a:ext uri="{FF2B5EF4-FFF2-40B4-BE49-F238E27FC236}">
                <a16:creationId xmlns:a16="http://schemas.microsoft.com/office/drawing/2014/main" id="{11829C19-09C9-4721-A63B-8C09B8E3BBDF}"/>
              </a:ext>
            </a:extLst>
          </p:cNvPr>
          <p:cNvSpPr>
            <a:spLocks xmlns:a="http://schemas.openxmlformats.org/drawingml/2006/main" noGrp="1"/>
          </p:cNvSpPr>
          <p:nvPr/>
        </p:nvSpPr>
        <p:spPr>
          <a:xfrm xmlns:a="http://schemas.openxmlformats.org/drawingml/2006/main">
            <a:off x="7152680" y="2639020"/>
            <a:ext cx="6613684" cy="79009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Improved decision-making through the integration of soil, plant, and weather data, leading to higher productivity.</a:t>
            </a:r>
            <a:endParaRPr sz="1944"/>
          </a:p>
        </p:txBody>
      </p:sp>
      <p:sp>
        <p:nvSpPr>
          <p:cNvPr id="11" name="Shape 6">
            <a:extLst xmlns:a="http://schemas.openxmlformats.org/drawingml/2006/main">
              <a:ext uri="{FF2B5EF4-FFF2-40B4-BE49-F238E27FC236}">
                <a16:creationId xmlns:a16="http://schemas.microsoft.com/office/drawing/2014/main" id="{A0EC2255-1BE8-4883-8358-8E16275E5668}"/>
              </a:ext>
            </a:extLst>
          </p:cNvPr>
          <p:cNvSpPr>
            <a:spLocks xmlns:a="http://schemas.openxmlformats.org/drawingml/2006/main" noGrp="1"/>
          </p:cNvSpPr>
          <p:nvPr/>
        </p:nvSpPr>
        <p:spPr>
          <a:xfrm xmlns:a="http://schemas.openxmlformats.org/drawingml/2006/main">
            <a:off x="6350437" y="3953589"/>
            <a:ext cx="555427" cy="555427"/>
          </a:xfrm>
          <a:prstGeom xmlns:a="http://schemas.openxmlformats.org/drawingml/2006/main" prst="roundRect">
            <a:avLst>
              <a:gd name="adj" fmla="val 6668"/>
            </a:avLst>
          </a:prstGeom>
          <a:solidFill xmlns:a="http://schemas.openxmlformats.org/drawingml/2006/main">
            <a:srgbClr val="304755"/>
          </a:solidFill>
        </p:spPr>
      </p:sp>
      <p:sp>
        <p:nvSpPr>
          <p:cNvPr id="12" name="Text 7">
            <a:extLst xmlns:a="http://schemas.openxmlformats.org/drawingml/2006/main">
              <a:ext uri="{FF2B5EF4-FFF2-40B4-BE49-F238E27FC236}">
                <a16:creationId xmlns:a16="http://schemas.microsoft.com/office/drawing/2014/main" id="{CA855508-46DE-475C-A447-4B0CDFA3FFB3}"/>
              </a:ext>
            </a:extLst>
          </p:cNvPr>
          <p:cNvSpPr>
            <a:spLocks xmlns:a="http://schemas.openxmlformats.org/drawingml/2006/main" noGrp="1"/>
          </p:cNvSpPr>
          <p:nvPr/>
        </p:nvSpPr>
        <p:spPr>
          <a:xfrm xmlns:a="http://schemas.openxmlformats.org/drawingml/2006/main">
            <a:off x="6490573" y="4057055"/>
            <a:ext cx="275034" cy="34849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744"/>
              </a:lnSpc>
              <a:buNone/>
            </a:pPr>
            <a:r>
              <a:rPr sz="2744">
                <a:solidFill>
                  <a:srgbClr val="CAD6DE"/>
                </a:solidFill>
                <a:latin typeface="Unbounded"/>
                <a:ea typeface="Unbounded"/>
                <a:cs typeface="Unbounded"/>
              </a:rPr>
              <a:t>2</a:t>
            </a:r>
            <a:endParaRPr sz="2744"/>
          </a:p>
        </p:txBody>
      </p:sp>
      <p:sp>
        <p:nvSpPr>
          <p:cNvPr id="13" name="Text 8">
            <a:extLst xmlns:a="http://schemas.openxmlformats.org/drawingml/2006/main">
              <a:ext uri="{FF2B5EF4-FFF2-40B4-BE49-F238E27FC236}">
                <a16:creationId xmlns:a16="http://schemas.microsoft.com/office/drawing/2014/main" id="{93B6ECDC-4E79-4061-A1AC-37F845A49351}"/>
              </a:ext>
            </a:extLst>
          </p:cNvPr>
          <p:cNvSpPr>
            <a:spLocks xmlns:a="http://schemas.openxmlformats.org/drawingml/2006/main" noGrp="1"/>
          </p:cNvSpPr>
          <p:nvPr/>
        </p:nvSpPr>
        <p:spPr>
          <a:xfrm xmlns:a="http://schemas.openxmlformats.org/drawingml/2006/main">
            <a:off x="7152680" y="3953589"/>
            <a:ext cx="5319474" cy="363141"/>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859"/>
              </a:lnSpc>
              <a:buNone/>
            </a:pPr>
            <a:r>
              <a:rPr sz="2287">
                <a:solidFill>
                  <a:srgbClr val="CAD6DE"/>
                </a:solidFill>
                <a:latin typeface="Unbounded"/>
                <a:ea typeface="Unbounded"/>
                <a:cs typeface="Unbounded"/>
              </a:rPr>
              <a:t>Sustainable Farming Practices</a:t>
            </a:r>
            <a:endParaRPr sz="2287"/>
          </a:p>
        </p:txBody>
      </p:sp>
      <p:sp>
        <p:nvSpPr>
          <p:cNvPr id="14" name="Text 9">
            <a:extLst xmlns:a="http://schemas.openxmlformats.org/drawingml/2006/main">
              <a:ext uri="{FF2B5EF4-FFF2-40B4-BE49-F238E27FC236}">
                <a16:creationId xmlns:a16="http://schemas.microsoft.com/office/drawing/2014/main" id="{7895EECD-1E68-4C96-9FE6-8666F25AD1CC}"/>
              </a:ext>
            </a:extLst>
          </p:cNvPr>
          <p:cNvSpPr>
            <a:spLocks xmlns:a="http://schemas.openxmlformats.org/drawingml/2006/main" noGrp="1"/>
          </p:cNvSpPr>
          <p:nvPr/>
        </p:nvSpPr>
        <p:spPr>
          <a:xfrm xmlns:a="http://schemas.openxmlformats.org/drawingml/2006/main">
            <a:off x="7152680" y="4464844"/>
            <a:ext cx="6613684" cy="790099"/>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Promotion of natural fertilizers and reduced reliance on synthetic chemicals.</a:t>
            </a:r>
            <a:endParaRPr sz="1944"/>
          </a:p>
        </p:txBody>
      </p:sp>
      <p:sp>
        <p:nvSpPr>
          <p:cNvPr id="15" name="Shape 10">
            <a:extLst xmlns:a="http://schemas.openxmlformats.org/drawingml/2006/main">
              <a:ext uri="{FF2B5EF4-FFF2-40B4-BE49-F238E27FC236}">
                <a16:creationId xmlns:a16="http://schemas.microsoft.com/office/drawing/2014/main" id="{46E85547-AE33-4C1F-A5F6-70F7DC197F45}"/>
              </a:ext>
            </a:extLst>
          </p:cNvPr>
          <p:cNvSpPr>
            <a:spLocks xmlns:a="http://schemas.openxmlformats.org/drawingml/2006/main" noGrp="1"/>
          </p:cNvSpPr>
          <p:nvPr/>
        </p:nvSpPr>
        <p:spPr>
          <a:xfrm xmlns:a="http://schemas.openxmlformats.org/drawingml/2006/main">
            <a:off x="6350437" y="5779413"/>
            <a:ext cx="555427" cy="555427"/>
          </a:xfrm>
          <a:prstGeom xmlns:a="http://schemas.openxmlformats.org/drawingml/2006/main" prst="roundRect">
            <a:avLst>
              <a:gd name="adj" fmla="val 6668"/>
            </a:avLst>
          </a:prstGeom>
          <a:solidFill xmlns:a="http://schemas.openxmlformats.org/drawingml/2006/main">
            <a:srgbClr val="304755"/>
          </a:solidFill>
        </p:spPr>
      </p:sp>
      <p:sp>
        <p:nvSpPr>
          <p:cNvPr id="16" name="Text 11">
            <a:extLst xmlns:a="http://schemas.openxmlformats.org/drawingml/2006/main">
              <a:ext uri="{FF2B5EF4-FFF2-40B4-BE49-F238E27FC236}">
                <a16:creationId xmlns:a16="http://schemas.microsoft.com/office/drawing/2014/main" id="{D53C0485-C9D5-4F8A-8158-270BA3007CCA}"/>
              </a:ext>
            </a:extLst>
          </p:cNvPr>
          <p:cNvSpPr>
            <a:spLocks xmlns:a="http://schemas.openxmlformats.org/drawingml/2006/main" noGrp="1"/>
          </p:cNvSpPr>
          <p:nvPr/>
        </p:nvSpPr>
        <p:spPr>
          <a:xfrm xmlns:a="http://schemas.openxmlformats.org/drawingml/2006/main">
            <a:off x="6487954" y="5882878"/>
            <a:ext cx="280273" cy="348496"/>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gn="ctr">
              <a:lnSpc>
                <a:spcPts val="2744"/>
              </a:lnSpc>
              <a:buNone/>
            </a:pPr>
            <a:r>
              <a:rPr sz="2744">
                <a:solidFill>
                  <a:srgbClr val="CAD6DE"/>
                </a:solidFill>
                <a:latin typeface="Unbounded"/>
                <a:ea typeface="Unbounded"/>
                <a:cs typeface="Unbounded"/>
              </a:rPr>
              <a:t>3</a:t>
            </a:r>
            <a:endParaRPr sz="2744"/>
          </a:p>
        </p:txBody>
      </p:sp>
      <p:sp>
        <p:nvSpPr>
          <p:cNvPr id="17" name="Text 12">
            <a:extLst xmlns:a="http://schemas.openxmlformats.org/drawingml/2006/main">
              <a:ext uri="{FF2B5EF4-FFF2-40B4-BE49-F238E27FC236}">
                <a16:creationId xmlns:a16="http://schemas.microsoft.com/office/drawing/2014/main" id="{98F75B68-60C4-4754-93A2-DA3EB2479A1E}"/>
              </a:ext>
            </a:extLst>
          </p:cNvPr>
          <p:cNvSpPr>
            <a:spLocks xmlns:a="http://schemas.openxmlformats.org/drawingml/2006/main" noGrp="1"/>
          </p:cNvSpPr>
          <p:nvPr/>
        </p:nvSpPr>
        <p:spPr>
          <a:xfrm xmlns:a="http://schemas.openxmlformats.org/drawingml/2006/main">
            <a:off x="7152680" y="5779413"/>
            <a:ext cx="5543312" cy="363141"/>
          </a:xfrm>
          <a:prstGeom xmlns:a="http://schemas.openxmlformats.org/drawingml/2006/main" prst="rect">
            <a:avLst/>
          </a:prstGeom>
          <a:noFill xmlns:a="http://schemas.openxmlformats.org/drawingml/2006/main"/>
        </p:spPr>
        <p:txBody>
          <a:bodyPr xmlns:a="http://schemas.openxmlformats.org/drawingml/2006/main" wrap="none" anchor="t"/>
          <a:lstStyle xmlns:a="http://schemas.openxmlformats.org/drawingml/2006/main"/>
          <a:p xmlns:a="http://schemas.openxmlformats.org/drawingml/2006/main">
            <a:pPr marL="0" indent="0">
              <a:lnSpc>
                <a:spcPts val="2859"/>
              </a:lnSpc>
              <a:buNone/>
            </a:pPr>
            <a:r>
              <a:rPr sz="2287">
                <a:solidFill>
                  <a:srgbClr val="CAD6DE"/>
                </a:solidFill>
                <a:latin typeface="Unbounded"/>
                <a:ea typeface="Unbounded"/>
                <a:cs typeface="Unbounded"/>
              </a:rPr>
              <a:t>Resilience to Weather Variability</a:t>
            </a:r>
            <a:endParaRPr sz="2287"/>
          </a:p>
        </p:txBody>
      </p:sp>
      <p:sp>
        <p:nvSpPr>
          <p:cNvPr id="18" name="Text 13">
            <a:extLst xmlns:a="http://schemas.openxmlformats.org/drawingml/2006/main">
              <a:ext uri="{FF2B5EF4-FFF2-40B4-BE49-F238E27FC236}">
                <a16:creationId xmlns:a16="http://schemas.microsoft.com/office/drawing/2014/main" id="{F1D149B2-2A16-4F55-9DD1-9F4C801D2FF3}"/>
              </a:ext>
            </a:extLst>
          </p:cNvPr>
          <p:cNvSpPr>
            <a:spLocks xmlns:a="http://schemas.openxmlformats.org/drawingml/2006/main" noGrp="1"/>
          </p:cNvSpPr>
          <p:nvPr/>
        </p:nvSpPr>
        <p:spPr>
          <a:xfrm xmlns:a="http://schemas.openxmlformats.org/drawingml/2006/main">
            <a:off x="7152680" y="6290667"/>
            <a:ext cx="6613684" cy="118514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ts val="3110"/>
              </a:lnSpc>
              <a:buNone/>
            </a:pPr>
            <a:r>
              <a:rPr sz="1944">
                <a:solidFill>
                  <a:srgbClr val="CAD6DE"/>
                </a:solidFill>
                <a:latin typeface="Cabin"/>
                <a:ea typeface="Cabin"/>
                <a:cs typeface="Cabin"/>
              </a:rPr>
              <a:t>Enhanced crop planning and management based on real-time and forecasted weather conditions, reducing risks associated with climate variability.</a:t>
            </a:r>
            <a:endParaRPr sz="1944"/>
          </a:p>
        </p:txBody>
      </p:sp>
    </p:spTree>
    <p:extLst>
      <p:ext uri="{BB962C8B-B14F-4D97-AF65-F5344CB8AC3E}">
        <p14:creationId xmlns:p14="http://schemas.microsoft.com/office/powerpoint/2010/main" val="17330544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2026-09-22T02:18:02.2710000Z</dcterms:created>
  <dcterms:modified xsi:type="dcterms:W3CDTF">2026-09-22T02:18:02.2710000Z</dcterms:modified>
</coreProperties>
</file>